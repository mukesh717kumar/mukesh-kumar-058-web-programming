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Override1.xml" ContentType="application/vnd.openxmlformats-officedocument.themeOverride+xml"/>
  <Override PartName="/ppt/theme/themeOverride2.xml" ContentType="application/vnd.openxmlformats-officedocument.themeOverride+xml"/>
  <Override PartName="/ppt/theme/themeOverride3.xml" ContentType="application/vnd.openxmlformats-officedocument.themeOverride+xml"/>
  <Override PartName="/ppt/theme/themeOverride4.xml" ContentType="application/vnd.openxmlformats-officedocument.themeOverride+xml"/>
  <Override PartName="/ppt/theme/themeOverride5.xml" ContentType="application/vnd.openxmlformats-officedocument.themeOverrid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Lst>
  <p:notesMasterIdLst>
    <p:notesMasterId r:id="rId10"/>
  </p:notesMasterIdLst>
  <p:sldIdLst>
    <p:sldId id="256" r:id="rId2"/>
    <p:sldId id="257" r:id="rId3"/>
    <p:sldId id="374" r:id="rId4"/>
    <p:sldId id="372" r:id="rId5"/>
    <p:sldId id="373" r:id="rId6"/>
    <p:sldId id="375" r:id="rId7"/>
    <p:sldId id="371" r:id="rId8"/>
    <p:sldId id="376"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3447" autoAdjust="0"/>
  </p:normalViewPr>
  <p:slideViewPr>
    <p:cSldViewPr snapToGrid="0">
      <p:cViewPr varScale="1">
        <p:scale>
          <a:sx n="82" d="100"/>
          <a:sy n="82" d="100"/>
        </p:scale>
        <p:origin x="720"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19E05D0-A421-4EF3-8512-AD1148C82550}" type="datetimeFigureOut">
              <a:rPr lang="en-IN" smtClean="0"/>
              <a:t>16-10-2026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A1C5D9F-5FDD-4E04-AD07-37773298FBF3}" type="slidenum">
              <a:rPr lang="en-IN" smtClean="0"/>
              <a:t>‹#›</a:t>
            </a:fld>
            <a:endParaRPr lang="en-IN"/>
          </a:p>
        </p:txBody>
      </p:sp>
    </p:spTree>
    <p:extLst>
      <p:ext uri="{BB962C8B-B14F-4D97-AF65-F5344CB8AC3E}">
        <p14:creationId xmlns:p14="http://schemas.microsoft.com/office/powerpoint/2010/main" val="80966768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AutoShape 7">
            <a:extLst>
              <a:ext uri="{FF2B5EF4-FFF2-40B4-BE49-F238E27FC236}">
                <a16:creationId xmlns:a16="http://schemas.microsoft.com/office/drawing/2014/main" id="{8D13192D-1816-F03A-9AF1-BBA902A8A17D}"/>
              </a:ext>
            </a:extLst>
          </p:cNvPr>
          <p:cNvSpPr>
            <a:spLocks noChangeArrowheads="1"/>
          </p:cNvSpPr>
          <p:nvPr/>
        </p:nvSpPr>
        <p:spPr bwMode="auto">
          <a:xfrm>
            <a:off x="914400" y="2393950"/>
            <a:ext cx="10363200" cy="109538"/>
          </a:xfrm>
          <a:custGeom>
            <a:avLst/>
            <a:gdLst>
              <a:gd name="T0" fmla="*/ 0 w 1000"/>
              <a:gd name="T1" fmla="*/ 0 h 1000"/>
              <a:gd name="T2" fmla="*/ 2147483646 w 1000"/>
              <a:gd name="T3" fmla="*/ 0 h 1000"/>
              <a:gd name="T4" fmla="*/ 2147483646 w 1000"/>
              <a:gd name="T5" fmla="*/ 2147483646 h 1000"/>
              <a:gd name="T6" fmla="*/ 0 w 1000"/>
              <a:gd name="T7" fmla="*/ 2147483646 h 1000"/>
              <a:gd name="T8" fmla="*/ 0 w 1000"/>
              <a:gd name="T9" fmla="*/ 0 h 1000"/>
              <a:gd name="T10" fmla="*/ 2147483646 w 1000"/>
              <a:gd name="T11" fmla="*/ 0 h 10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000" h="1000" stroke="0">
                <a:moveTo>
                  <a:pt x="0" y="0"/>
                </a:moveTo>
                <a:lnTo>
                  <a:pt x="618" y="0"/>
                </a:lnTo>
                <a:lnTo>
                  <a:pt x="618" y="1000"/>
                </a:lnTo>
                <a:lnTo>
                  <a:pt x="0" y="1000"/>
                </a:lnTo>
                <a:lnTo>
                  <a:pt x="0" y="0"/>
                </a:lnTo>
                <a:close/>
              </a:path>
              <a:path w="1000" h="1000">
                <a:moveTo>
                  <a:pt x="0" y="0"/>
                </a:moveTo>
                <a:lnTo>
                  <a:pt x="1000" y="0"/>
                </a:lnTo>
              </a:path>
            </a:pathLst>
          </a:custGeom>
          <a:solidFill>
            <a:schemeClr val="accent2"/>
          </a:solidFill>
          <a:ln w="9525">
            <a:solidFill>
              <a:schemeClr val="accent2"/>
            </a:solidFill>
            <a:round/>
            <a:headEnd/>
            <a:tailEnd/>
          </a:ln>
        </p:spPr>
        <p:txBody>
          <a:bodyPr/>
          <a:lstStyle/>
          <a:p>
            <a:endParaRPr lang="en-IN" sz="1800"/>
          </a:p>
        </p:txBody>
      </p:sp>
      <p:sp>
        <p:nvSpPr>
          <p:cNvPr id="5122" name="Rectangle 2"/>
          <p:cNvSpPr>
            <a:spLocks noGrp="1" noChangeArrowheads="1"/>
          </p:cNvSpPr>
          <p:nvPr>
            <p:ph type="ctrTitle"/>
          </p:nvPr>
        </p:nvSpPr>
        <p:spPr>
          <a:xfrm>
            <a:off x="914400" y="990600"/>
            <a:ext cx="10363200" cy="1371600"/>
          </a:xfrm>
        </p:spPr>
        <p:txBody>
          <a:bodyPr/>
          <a:lstStyle>
            <a:lvl1pPr>
              <a:defRPr sz="4000"/>
            </a:lvl1pPr>
          </a:lstStyle>
          <a:p>
            <a:r>
              <a:rPr lang="en-US"/>
              <a:t>Click to edit Master title style</a:t>
            </a:r>
          </a:p>
        </p:txBody>
      </p:sp>
      <p:sp>
        <p:nvSpPr>
          <p:cNvPr id="5123" name="Rectangle 3"/>
          <p:cNvSpPr>
            <a:spLocks noGrp="1" noChangeArrowheads="1"/>
          </p:cNvSpPr>
          <p:nvPr>
            <p:ph type="subTitle" idx="1"/>
          </p:nvPr>
        </p:nvSpPr>
        <p:spPr>
          <a:xfrm>
            <a:off x="1930400" y="3429000"/>
            <a:ext cx="9347200" cy="1600200"/>
          </a:xfrm>
        </p:spPr>
        <p:txBody>
          <a:bodyPr/>
          <a:lstStyle>
            <a:lvl1pPr marL="0" indent="0">
              <a:buFont typeface="Wingdings" pitchFamily="2" charset="2"/>
              <a:buNone/>
              <a:defRPr sz="2800"/>
            </a:lvl1pPr>
          </a:lstStyle>
          <a:p>
            <a:r>
              <a:rPr lang="en-US"/>
              <a:t>Click to edit Master subtitle style</a:t>
            </a:r>
          </a:p>
        </p:txBody>
      </p:sp>
      <p:sp>
        <p:nvSpPr>
          <p:cNvPr id="3" name="Date Placeholder 2">
            <a:extLst>
              <a:ext uri="{FF2B5EF4-FFF2-40B4-BE49-F238E27FC236}">
                <a16:creationId xmlns:a16="http://schemas.microsoft.com/office/drawing/2014/main" id="{814B6A37-AD04-C654-AC92-D9CC3ADF0A51}"/>
              </a:ext>
            </a:extLst>
          </p:cNvPr>
          <p:cNvSpPr>
            <a:spLocks noGrp="1" noChangeArrowheads="1"/>
          </p:cNvSpPr>
          <p:nvPr>
            <p:ph type="dt" sz="half" idx="10"/>
          </p:nvPr>
        </p:nvSpPr>
        <p:spPr>
          <a:xfrm>
            <a:off x="914400" y="6248400"/>
            <a:ext cx="2540000" cy="457200"/>
          </a:xfrm>
        </p:spPr>
        <p:txBody>
          <a:bodyPr/>
          <a:lstStyle>
            <a:lvl1pPr>
              <a:defRPr/>
            </a:lvl1pPr>
          </a:lstStyle>
          <a:p>
            <a:pPr>
              <a:defRPr/>
            </a:pPr>
            <a:r>
              <a:rPr lang="en-US" dirty="0"/>
              <a:t>CS19811-Phase-II-Final Viva</a:t>
            </a:r>
          </a:p>
        </p:txBody>
      </p:sp>
      <p:sp>
        <p:nvSpPr>
          <p:cNvPr id="4" name="Footer Placeholder 3">
            <a:extLst>
              <a:ext uri="{FF2B5EF4-FFF2-40B4-BE49-F238E27FC236}">
                <a16:creationId xmlns:a16="http://schemas.microsoft.com/office/drawing/2014/main" id="{EE58272B-7D6B-F3CE-953F-1079FFA8D80E}"/>
              </a:ext>
            </a:extLst>
          </p:cNvPr>
          <p:cNvSpPr>
            <a:spLocks noGrp="1" noChangeArrowheads="1"/>
          </p:cNvSpPr>
          <p:nvPr>
            <p:ph type="ftr" sz="quarter" idx="11"/>
          </p:nvPr>
        </p:nvSpPr>
        <p:spPr>
          <a:xfrm>
            <a:off x="4165600" y="6248400"/>
            <a:ext cx="3860800" cy="457200"/>
          </a:xfrm>
        </p:spPr>
        <p:txBody>
          <a:bodyPr/>
          <a:lstStyle>
            <a:lvl1pPr>
              <a:defRPr/>
            </a:lvl1pPr>
          </a:lstStyle>
          <a:p>
            <a:pPr>
              <a:defRPr/>
            </a:pPr>
            <a:r>
              <a:rPr lang="en-US"/>
              <a:t>Department of Computer Science and Engineering</a:t>
            </a:r>
          </a:p>
        </p:txBody>
      </p:sp>
      <p:sp>
        <p:nvSpPr>
          <p:cNvPr id="5" name="Slide Number Placeholder 4">
            <a:extLst>
              <a:ext uri="{FF2B5EF4-FFF2-40B4-BE49-F238E27FC236}">
                <a16:creationId xmlns:a16="http://schemas.microsoft.com/office/drawing/2014/main" id="{E55F3314-4EF0-936B-77EE-175E9EF6B55B}"/>
              </a:ext>
            </a:extLst>
          </p:cNvPr>
          <p:cNvSpPr>
            <a:spLocks noGrp="1" noChangeArrowheads="1"/>
          </p:cNvSpPr>
          <p:nvPr>
            <p:ph type="sldNum" sz="quarter" idx="12"/>
          </p:nvPr>
        </p:nvSpPr>
        <p:spPr>
          <a:xfrm>
            <a:off x="8737600" y="6248400"/>
            <a:ext cx="2540000" cy="457200"/>
          </a:xfrm>
        </p:spPr>
        <p:txBody>
          <a:bodyPr/>
          <a:lstStyle>
            <a:lvl1pPr>
              <a:defRPr smtClean="0"/>
            </a:lvl1pPr>
          </a:lstStyle>
          <a:p>
            <a:pPr>
              <a:defRPr/>
            </a:pPr>
            <a:fld id="{D8F95DA7-9E0E-467D-A139-0471DC1777CB}" type="slidenum">
              <a:rPr lang="en-US" altLang="en-US"/>
              <a:pPr>
                <a:defRPr/>
              </a:pPr>
              <a:t>‹#›</a:t>
            </a:fld>
            <a:endParaRPr lang="en-US" altLang="en-US"/>
          </a:p>
        </p:txBody>
      </p:sp>
    </p:spTree>
    <p:extLst>
      <p:ext uri="{BB962C8B-B14F-4D97-AF65-F5344CB8AC3E}">
        <p14:creationId xmlns:p14="http://schemas.microsoft.com/office/powerpoint/2010/main" val="175096546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6">
            <a:extLst>
              <a:ext uri="{FF2B5EF4-FFF2-40B4-BE49-F238E27FC236}">
                <a16:creationId xmlns:a16="http://schemas.microsoft.com/office/drawing/2014/main" id="{4A88B164-965D-9E09-9E7D-16374A9EADDD}"/>
              </a:ext>
            </a:extLst>
          </p:cNvPr>
          <p:cNvSpPr>
            <a:spLocks noGrp="1" noChangeArrowheads="1"/>
          </p:cNvSpPr>
          <p:nvPr>
            <p:ph type="dt" sz="half" idx="10"/>
          </p:nvPr>
        </p:nvSpPr>
        <p:spPr>
          <a:ln/>
        </p:spPr>
        <p:txBody>
          <a:bodyPr/>
          <a:lstStyle>
            <a:lvl1pPr>
              <a:defRPr/>
            </a:lvl1pPr>
          </a:lstStyle>
          <a:p>
            <a:pPr>
              <a:defRPr/>
            </a:pPr>
            <a:r>
              <a:rPr lang="en-US" dirty="0"/>
              <a:t>CS19811-Phase-II-Final Viva</a:t>
            </a:r>
          </a:p>
        </p:txBody>
      </p:sp>
      <p:sp>
        <p:nvSpPr>
          <p:cNvPr id="5" name="Rectangle 7">
            <a:extLst>
              <a:ext uri="{FF2B5EF4-FFF2-40B4-BE49-F238E27FC236}">
                <a16:creationId xmlns:a16="http://schemas.microsoft.com/office/drawing/2014/main" id="{EE044AE8-B23C-D8C6-4D87-EADCB1C0F02B}"/>
              </a:ext>
            </a:extLst>
          </p:cNvPr>
          <p:cNvSpPr>
            <a:spLocks noGrp="1" noChangeArrowheads="1"/>
          </p:cNvSpPr>
          <p:nvPr>
            <p:ph type="ftr" sz="quarter" idx="11"/>
          </p:nvPr>
        </p:nvSpPr>
        <p:spPr>
          <a:ln/>
        </p:spPr>
        <p:txBody>
          <a:bodyPr/>
          <a:lstStyle>
            <a:lvl1pPr>
              <a:defRPr/>
            </a:lvl1pPr>
          </a:lstStyle>
          <a:p>
            <a:pPr>
              <a:defRPr/>
            </a:pPr>
            <a:r>
              <a:rPr lang="en-US"/>
              <a:t>Department of Computer Science and Engineering</a:t>
            </a:r>
          </a:p>
        </p:txBody>
      </p:sp>
      <p:sp>
        <p:nvSpPr>
          <p:cNvPr id="6" name="Rectangle 8">
            <a:extLst>
              <a:ext uri="{FF2B5EF4-FFF2-40B4-BE49-F238E27FC236}">
                <a16:creationId xmlns:a16="http://schemas.microsoft.com/office/drawing/2014/main" id="{BE04F0FC-AAC5-064C-CDAD-FF80D73B3853}"/>
              </a:ext>
            </a:extLst>
          </p:cNvPr>
          <p:cNvSpPr>
            <a:spLocks noGrp="1" noChangeArrowheads="1"/>
          </p:cNvSpPr>
          <p:nvPr>
            <p:ph type="sldNum" sz="quarter" idx="12"/>
          </p:nvPr>
        </p:nvSpPr>
        <p:spPr>
          <a:ln/>
        </p:spPr>
        <p:txBody>
          <a:bodyPr/>
          <a:lstStyle>
            <a:lvl1pPr>
              <a:defRPr/>
            </a:lvl1pPr>
          </a:lstStyle>
          <a:p>
            <a:pPr>
              <a:defRPr/>
            </a:pPr>
            <a:fld id="{BDC2143B-610F-499C-A392-DFFBE135A7B2}" type="slidenum">
              <a:rPr lang="en-US" altLang="en-US"/>
              <a:pPr>
                <a:defRPr/>
              </a:pPr>
              <a:t>‹#›</a:t>
            </a:fld>
            <a:endParaRPr lang="en-US" altLang="en-US"/>
          </a:p>
        </p:txBody>
      </p:sp>
    </p:spTree>
    <p:extLst>
      <p:ext uri="{BB962C8B-B14F-4D97-AF65-F5344CB8AC3E}">
        <p14:creationId xmlns:p14="http://schemas.microsoft.com/office/powerpoint/2010/main" val="242267461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6">
            <a:extLst>
              <a:ext uri="{FF2B5EF4-FFF2-40B4-BE49-F238E27FC236}">
                <a16:creationId xmlns:a16="http://schemas.microsoft.com/office/drawing/2014/main" id="{9E3D50AC-D896-487B-A964-4F2362A2FCEC}"/>
              </a:ext>
            </a:extLst>
          </p:cNvPr>
          <p:cNvSpPr>
            <a:spLocks noGrp="1" noChangeArrowheads="1"/>
          </p:cNvSpPr>
          <p:nvPr>
            <p:ph type="dt" sz="half" idx="10"/>
          </p:nvPr>
        </p:nvSpPr>
        <p:spPr>
          <a:ln/>
        </p:spPr>
        <p:txBody>
          <a:bodyPr/>
          <a:lstStyle>
            <a:lvl1pPr>
              <a:defRPr/>
            </a:lvl1pPr>
          </a:lstStyle>
          <a:p>
            <a:pPr>
              <a:defRPr/>
            </a:pPr>
            <a:r>
              <a:rPr lang="en-US" dirty="0"/>
              <a:t>CS19811-Phase-II-Final Viva</a:t>
            </a:r>
          </a:p>
        </p:txBody>
      </p:sp>
      <p:sp>
        <p:nvSpPr>
          <p:cNvPr id="5" name="Rectangle 7">
            <a:extLst>
              <a:ext uri="{FF2B5EF4-FFF2-40B4-BE49-F238E27FC236}">
                <a16:creationId xmlns:a16="http://schemas.microsoft.com/office/drawing/2014/main" id="{1860975C-7E6F-6BD7-97FB-B68EFA315FE1}"/>
              </a:ext>
            </a:extLst>
          </p:cNvPr>
          <p:cNvSpPr>
            <a:spLocks noGrp="1" noChangeArrowheads="1"/>
          </p:cNvSpPr>
          <p:nvPr>
            <p:ph type="ftr" sz="quarter" idx="11"/>
          </p:nvPr>
        </p:nvSpPr>
        <p:spPr>
          <a:ln/>
        </p:spPr>
        <p:txBody>
          <a:bodyPr/>
          <a:lstStyle>
            <a:lvl1pPr>
              <a:defRPr/>
            </a:lvl1pPr>
          </a:lstStyle>
          <a:p>
            <a:pPr>
              <a:defRPr/>
            </a:pPr>
            <a:r>
              <a:rPr lang="en-US"/>
              <a:t>Department of Computer Science and Engineering</a:t>
            </a:r>
          </a:p>
        </p:txBody>
      </p:sp>
      <p:sp>
        <p:nvSpPr>
          <p:cNvPr id="6" name="Rectangle 8">
            <a:extLst>
              <a:ext uri="{FF2B5EF4-FFF2-40B4-BE49-F238E27FC236}">
                <a16:creationId xmlns:a16="http://schemas.microsoft.com/office/drawing/2014/main" id="{925DB3BD-FB8F-C610-9A37-B3ADF214A3E4}"/>
              </a:ext>
            </a:extLst>
          </p:cNvPr>
          <p:cNvSpPr>
            <a:spLocks noGrp="1" noChangeArrowheads="1"/>
          </p:cNvSpPr>
          <p:nvPr>
            <p:ph type="sldNum" sz="quarter" idx="12"/>
          </p:nvPr>
        </p:nvSpPr>
        <p:spPr>
          <a:ln/>
        </p:spPr>
        <p:txBody>
          <a:bodyPr/>
          <a:lstStyle>
            <a:lvl1pPr>
              <a:defRPr/>
            </a:lvl1pPr>
          </a:lstStyle>
          <a:p>
            <a:pPr>
              <a:defRPr/>
            </a:pPr>
            <a:fld id="{575C213C-AC18-4D5A-BA73-4550FF50B842}" type="slidenum">
              <a:rPr lang="en-US" altLang="en-US"/>
              <a:pPr>
                <a:defRPr/>
              </a:pPr>
              <a:t>‹#›</a:t>
            </a:fld>
            <a:endParaRPr lang="en-US" altLang="en-US"/>
          </a:p>
        </p:txBody>
      </p:sp>
    </p:spTree>
    <p:extLst>
      <p:ext uri="{BB962C8B-B14F-4D97-AF65-F5344CB8AC3E}">
        <p14:creationId xmlns:p14="http://schemas.microsoft.com/office/powerpoint/2010/main" val="154354547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755651" y="1752600"/>
            <a:ext cx="5232400" cy="4267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1251" y="1752600"/>
            <a:ext cx="5232400" cy="4267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6">
            <a:extLst>
              <a:ext uri="{FF2B5EF4-FFF2-40B4-BE49-F238E27FC236}">
                <a16:creationId xmlns:a16="http://schemas.microsoft.com/office/drawing/2014/main" id="{1CC1F139-34C5-A295-F629-88EF76019A55}"/>
              </a:ext>
            </a:extLst>
          </p:cNvPr>
          <p:cNvSpPr>
            <a:spLocks noGrp="1" noChangeArrowheads="1"/>
          </p:cNvSpPr>
          <p:nvPr>
            <p:ph type="dt" sz="half" idx="10"/>
          </p:nvPr>
        </p:nvSpPr>
        <p:spPr>
          <a:ln/>
        </p:spPr>
        <p:txBody>
          <a:bodyPr/>
          <a:lstStyle>
            <a:lvl1pPr>
              <a:defRPr/>
            </a:lvl1pPr>
          </a:lstStyle>
          <a:p>
            <a:pPr>
              <a:defRPr/>
            </a:pPr>
            <a:r>
              <a:rPr lang="en-US" dirty="0"/>
              <a:t>CS19811-Phase-II-Final Viva</a:t>
            </a:r>
          </a:p>
        </p:txBody>
      </p:sp>
      <p:sp>
        <p:nvSpPr>
          <p:cNvPr id="6" name="Rectangle 7">
            <a:extLst>
              <a:ext uri="{FF2B5EF4-FFF2-40B4-BE49-F238E27FC236}">
                <a16:creationId xmlns:a16="http://schemas.microsoft.com/office/drawing/2014/main" id="{AB20EB37-7A2A-E49D-01DB-6418D7037D0A}"/>
              </a:ext>
            </a:extLst>
          </p:cNvPr>
          <p:cNvSpPr>
            <a:spLocks noGrp="1" noChangeArrowheads="1"/>
          </p:cNvSpPr>
          <p:nvPr>
            <p:ph type="ftr" sz="quarter" idx="11"/>
          </p:nvPr>
        </p:nvSpPr>
        <p:spPr>
          <a:ln/>
        </p:spPr>
        <p:txBody>
          <a:bodyPr/>
          <a:lstStyle>
            <a:lvl1pPr>
              <a:defRPr/>
            </a:lvl1pPr>
          </a:lstStyle>
          <a:p>
            <a:pPr>
              <a:defRPr/>
            </a:pPr>
            <a:r>
              <a:rPr lang="en-US"/>
              <a:t>Department of Computer Science and Engineering</a:t>
            </a:r>
          </a:p>
        </p:txBody>
      </p:sp>
      <p:sp>
        <p:nvSpPr>
          <p:cNvPr id="7" name="Rectangle 8">
            <a:extLst>
              <a:ext uri="{FF2B5EF4-FFF2-40B4-BE49-F238E27FC236}">
                <a16:creationId xmlns:a16="http://schemas.microsoft.com/office/drawing/2014/main" id="{C4FAAEF5-CC11-F779-153E-E74E333E5AC1}"/>
              </a:ext>
            </a:extLst>
          </p:cNvPr>
          <p:cNvSpPr>
            <a:spLocks noGrp="1" noChangeArrowheads="1"/>
          </p:cNvSpPr>
          <p:nvPr>
            <p:ph type="sldNum" sz="quarter" idx="12"/>
          </p:nvPr>
        </p:nvSpPr>
        <p:spPr>
          <a:ln/>
        </p:spPr>
        <p:txBody>
          <a:bodyPr/>
          <a:lstStyle>
            <a:lvl1pPr>
              <a:defRPr/>
            </a:lvl1pPr>
          </a:lstStyle>
          <a:p>
            <a:pPr>
              <a:defRPr/>
            </a:pPr>
            <a:fld id="{7A8ED4EA-E359-45F1-B86A-A40772B25C23}" type="slidenum">
              <a:rPr lang="en-US" altLang="en-US"/>
              <a:pPr>
                <a:defRPr/>
              </a:pPr>
              <a:t>‹#›</a:t>
            </a:fld>
            <a:endParaRPr lang="en-US" altLang="en-US"/>
          </a:p>
        </p:txBody>
      </p:sp>
    </p:spTree>
    <p:extLst>
      <p:ext uri="{BB962C8B-B14F-4D97-AF65-F5344CB8AC3E}">
        <p14:creationId xmlns:p14="http://schemas.microsoft.com/office/powerpoint/2010/main" val="18125870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6">
            <a:extLst>
              <a:ext uri="{FF2B5EF4-FFF2-40B4-BE49-F238E27FC236}">
                <a16:creationId xmlns:a16="http://schemas.microsoft.com/office/drawing/2014/main" id="{3B4E764D-F83F-9CC9-8E38-FEA9647AB755}"/>
              </a:ext>
            </a:extLst>
          </p:cNvPr>
          <p:cNvSpPr>
            <a:spLocks noGrp="1" noChangeArrowheads="1"/>
          </p:cNvSpPr>
          <p:nvPr>
            <p:ph type="dt" sz="half" idx="10"/>
          </p:nvPr>
        </p:nvSpPr>
        <p:spPr>
          <a:ln/>
        </p:spPr>
        <p:txBody>
          <a:bodyPr/>
          <a:lstStyle>
            <a:lvl1pPr>
              <a:defRPr/>
            </a:lvl1pPr>
          </a:lstStyle>
          <a:p>
            <a:pPr>
              <a:defRPr/>
            </a:pPr>
            <a:r>
              <a:rPr lang="en-US" dirty="0"/>
              <a:t>CS19811-Phase-II-Final Viva</a:t>
            </a:r>
          </a:p>
        </p:txBody>
      </p:sp>
      <p:sp>
        <p:nvSpPr>
          <p:cNvPr id="8" name="Rectangle 7">
            <a:extLst>
              <a:ext uri="{FF2B5EF4-FFF2-40B4-BE49-F238E27FC236}">
                <a16:creationId xmlns:a16="http://schemas.microsoft.com/office/drawing/2014/main" id="{BABF83D4-B422-239C-8C38-4509A66ADBE3}"/>
              </a:ext>
            </a:extLst>
          </p:cNvPr>
          <p:cNvSpPr>
            <a:spLocks noGrp="1" noChangeArrowheads="1"/>
          </p:cNvSpPr>
          <p:nvPr>
            <p:ph type="ftr" sz="quarter" idx="11"/>
          </p:nvPr>
        </p:nvSpPr>
        <p:spPr>
          <a:ln/>
        </p:spPr>
        <p:txBody>
          <a:bodyPr/>
          <a:lstStyle>
            <a:lvl1pPr>
              <a:defRPr/>
            </a:lvl1pPr>
          </a:lstStyle>
          <a:p>
            <a:pPr>
              <a:defRPr/>
            </a:pPr>
            <a:r>
              <a:rPr lang="en-US"/>
              <a:t>Department of Computer Science and Engineering</a:t>
            </a:r>
          </a:p>
        </p:txBody>
      </p:sp>
      <p:sp>
        <p:nvSpPr>
          <p:cNvPr id="9" name="Rectangle 8">
            <a:extLst>
              <a:ext uri="{FF2B5EF4-FFF2-40B4-BE49-F238E27FC236}">
                <a16:creationId xmlns:a16="http://schemas.microsoft.com/office/drawing/2014/main" id="{781238FA-AFA9-8287-25C9-98D6042CFD33}"/>
              </a:ext>
            </a:extLst>
          </p:cNvPr>
          <p:cNvSpPr>
            <a:spLocks noGrp="1" noChangeArrowheads="1"/>
          </p:cNvSpPr>
          <p:nvPr>
            <p:ph type="sldNum" sz="quarter" idx="12"/>
          </p:nvPr>
        </p:nvSpPr>
        <p:spPr>
          <a:ln/>
        </p:spPr>
        <p:txBody>
          <a:bodyPr/>
          <a:lstStyle>
            <a:lvl1pPr>
              <a:defRPr/>
            </a:lvl1pPr>
          </a:lstStyle>
          <a:p>
            <a:pPr>
              <a:defRPr/>
            </a:pPr>
            <a:fld id="{E637AD66-1F60-49BE-A2E9-D91D10CB91F3}" type="slidenum">
              <a:rPr lang="en-US" altLang="en-US"/>
              <a:pPr>
                <a:defRPr/>
              </a:pPr>
              <a:t>‹#›</a:t>
            </a:fld>
            <a:endParaRPr lang="en-US" altLang="en-US"/>
          </a:p>
        </p:txBody>
      </p:sp>
    </p:spTree>
    <p:extLst>
      <p:ext uri="{BB962C8B-B14F-4D97-AF65-F5344CB8AC3E}">
        <p14:creationId xmlns:p14="http://schemas.microsoft.com/office/powerpoint/2010/main" val="333893159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6">
            <a:extLst>
              <a:ext uri="{FF2B5EF4-FFF2-40B4-BE49-F238E27FC236}">
                <a16:creationId xmlns:a16="http://schemas.microsoft.com/office/drawing/2014/main" id="{B80D49F1-7BF0-A0A8-0C0A-9B4F1788B3B4}"/>
              </a:ext>
            </a:extLst>
          </p:cNvPr>
          <p:cNvSpPr>
            <a:spLocks noGrp="1" noChangeArrowheads="1"/>
          </p:cNvSpPr>
          <p:nvPr>
            <p:ph type="dt" sz="half" idx="10"/>
          </p:nvPr>
        </p:nvSpPr>
        <p:spPr>
          <a:ln/>
        </p:spPr>
        <p:txBody>
          <a:bodyPr/>
          <a:lstStyle>
            <a:lvl1pPr>
              <a:defRPr/>
            </a:lvl1pPr>
          </a:lstStyle>
          <a:p>
            <a:pPr>
              <a:defRPr/>
            </a:pPr>
            <a:r>
              <a:rPr lang="en-US" dirty="0"/>
              <a:t>CS19811-Phase-II-Final Viva</a:t>
            </a:r>
          </a:p>
        </p:txBody>
      </p:sp>
      <p:sp>
        <p:nvSpPr>
          <p:cNvPr id="4" name="Rectangle 7">
            <a:extLst>
              <a:ext uri="{FF2B5EF4-FFF2-40B4-BE49-F238E27FC236}">
                <a16:creationId xmlns:a16="http://schemas.microsoft.com/office/drawing/2014/main" id="{BDDDAEBE-B0DA-0212-414B-C9FFC612D8C0}"/>
              </a:ext>
            </a:extLst>
          </p:cNvPr>
          <p:cNvSpPr>
            <a:spLocks noGrp="1" noChangeArrowheads="1"/>
          </p:cNvSpPr>
          <p:nvPr>
            <p:ph type="ftr" sz="quarter" idx="11"/>
          </p:nvPr>
        </p:nvSpPr>
        <p:spPr>
          <a:ln/>
        </p:spPr>
        <p:txBody>
          <a:bodyPr/>
          <a:lstStyle>
            <a:lvl1pPr>
              <a:defRPr/>
            </a:lvl1pPr>
          </a:lstStyle>
          <a:p>
            <a:pPr>
              <a:defRPr/>
            </a:pPr>
            <a:r>
              <a:rPr lang="en-US"/>
              <a:t>Department of Computer Science and Engineering</a:t>
            </a:r>
          </a:p>
        </p:txBody>
      </p:sp>
      <p:sp>
        <p:nvSpPr>
          <p:cNvPr id="5" name="Rectangle 8">
            <a:extLst>
              <a:ext uri="{FF2B5EF4-FFF2-40B4-BE49-F238E27FC236}">
                <a16:creationId xmlns:a16="http://schemas.microsoft.com/office/drawing/2014/main" id="{7430D5C8-DD0F-C0FD-D016-9055C67C40FA}"/>
              </a:ext>
            </a:extLst>
          </p:cNvPr>
          <p:cNvSpPr>
            <a:spLocks noGrp="1" noChangeArrowheads="1"/>
          </p:cNvSpPr>
          <p:nvPr>
            <p:ph type="sldNum" sz="quarter" idx="12"/>
          </p:nvPr>
        </p:nvSpPr>
        <p:spPr>
          <a:ln/>
        </p:spPr>
        <p:txBody>
          <a:bodyPr/>
          <a:lstStyle>
            <a:lvl1pPr>
              <a:defRPr/>
            </a:lvl1pPr>
          </a:lstStyle>
          <a:p>
            <a:pPr>
              <a:defRPr/>
            </a:pPr>
            <a:fld id="{F583B680-F650-469F-A231-392F163461F6}" type="slidenum">
              <a:rPr lang="en-US" altLang="en-US"/>
              <a:pPr>
                <a:defRPr/>
              </a:pPr>
              <a:t>‹#›</a:t>
            </a:fld>
            <a:endParaRPr lang="en-US" altLang="en-US"/>
          </a:p>
        </p:txBody>
      </p:sp>
    </p:spTree>
    <p:extLst>
      <p:ext uri="{BB962C8B-B14F-4D97-AF65-F5344CB8AC3E}">
        <p14:creationId xmlns:p14="http://schemas.microsoft.com/office/powerpoint/2010/main" val="41268195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6">
            <a:extLst>
              <a:ext uri="{FF2B5EF4-FFF2-40B4-BE49-F238E27FC236}">
                <a16:creationId xmlns:a16="http://schemas.microsoft.com/office/drawing/2014/main" id="{90400DB2-066A-4CAE-071C-1EAF9DDB7276}"/>
              </a:ext>
            </a:extLst>
          </p:cNvPr>
          <p:cNvSpPr>
            <a:spLocks noGrp="1" noChangeArrowheads="1"/>
          </p:cNvSpPr>
          <p:nvPr>
            <p:ph type="dt" sz="half" idx="10"/>
          </p:nvPr>
        </p:nvSpPr>
        <p:spPr>
          <a:ln/>
        </p:spPr>
        <p:txBody>
          <a:bodyPr/>
          <a:lstStyle>
            <a:lvl1pPr>
              <a:defRPr/>
            </a:lvl1pPr>
          </a:lstStyle>
          <a:p>
            <a:pPr>
              <a:defRPr/>
            </a:pPr>
            <a:r>
              <a:rPr lang="en-US" dirty="0"/>
              <a:t>CS19811-Phase-II-Final Viva</a:t>
            </a:r>
          </a:p>
        </p:txBody>
      </p:sp>
      <p:sp>
        <p:nvSpPr>
          <p:cNvPr id="3" name="Rectangle 7">
            <a:extLst>
              <a:ext uri="{FF2B5EF4-FFF2-40B4-BE49-F238E27FC236}">
                <a16:creationId xmlns:a16="http://schemas.microsoft.com/office/drawing/2014/main" id="{EAB14BBF-3825-C6B5-25F7-8686AAD7C353}"/>
              </a:ext>
            </a:extLst>
          </p:cNvPr>
          <p:cNvSpPr>
            <a:spLocks noGrp="1" noChangeArrowheads="1"/>
          </p:cNvSpPr>
          <p:nvPr>
            <p:ph type="ftr" sz="quarter" idx="11"/>
          </p:nvPr>
        </p:nvSpPr>
        <p:spPr>
          <a:ln/>
        </p:spPr>
        <p:txBody>
          <a:bodyPr/>
          <a:lstStyle>
            <a:lvl1pPr>
              <a:defRPr/>
            </a:lvl1pPr>
          </a:lstStyle>
          <a:p>
            <a:pPr>
              <a:defRPr/>
            </a:pPr>
            <a:r>
              <a:rPr lang="en-US"/>
              <a:t>Department of Computer Science and Engineering</a:t>
            </a:r>
          </a:p>
        </p:txBody>
      </p:sp>
      <p:sp>
        <p:nvSpPr>
          <p:cNvPr id="4" name="Rectangle 8">
            <a:extLst>
              <a:ext uri="{FF2B5EF4-FFF2-40B4-BE49-F238E27FC236}">
                <a16:creationId xmlns:a16="http://schemas.microsoft.com/office/drawing/2014/main" id="{784D417B-4541-5C9D-274F-9952E6F120B4}"/>
              </a:ext>
            </a:extLst>
          </p:cNvPr>
          <p:cNvSpPr>
            <a:spLocks noGrp="1" noChangeArrowheads="1"/>
          </p:cNvSpPr>
          <p:nvPr>
            <p:ph type="sldNum" sz="quarter" idx="12"/>
          </p:nvPr>
        </p:nvSpPr>
        <p:spPr>
          <a:ln/>
        </p:spPr>
        <p:txBody>
          <a:bodyPr/>
          <a:lstStyle>
            <a:lvl1pPr>
              <a:defRPr/>
            </a:lvl1pPr>
          </a:lstStyle>
          <a:p>
            <a:pPr>
              <a:defRPr/>
            </a:pPr>
            <a:fld id="{DD537315-F462-4C74-88B4-A900525A3FAA}" type="slidenum">
              <a:rPr lang="en-US" altLang="en-US"/>
              <a:pPr>
                <a:defRPr/>
              </a:pPr>
              <a:t>‹#›</a:t>
            </a:fld>
            <a:endParaRPr lang="en-US" altLang="en-US"/>
          </a:p>
        </p:txBody>
      </p:sp>
    </p:spTree>
    <p:extLst>
      <p:ext uri="{BB962C8B-B14F-4D97-AF65-F5344CB8AC3E}">
        <p14:creationId xmlns:p14="http://schemas.microsoft.com/office/powerpoint/2010/main" val="283777932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6">
            <a:extLst>
              <a:ext uri="{FF2B5EF4-FFF2-40B4-BE49-F238E27FC236}">
                <a16:creationId xmlns:a16="http://schemas.microsoft.com/office/drawing/2014/main" id="{70B1A011-C2F2-C9FC-9DD8-A4E6A00AA40D}"/>
              </a:ext>
            </a:extLst>
          </p:cNvPr>
          <p:cNvSpPr>
            <a:spLocks noGrp="1" noChangeArrowheads="1"/>
          </p:cNvSpPr>
          <p:nvPr>
            <p:ph type="dt" sz="half" idx="10"/>
          </p:nvPr>
        </p:nvSpPr>
        <p:spPr>
          <a:ln/>
        </p:spPr>
        <p:txBody>
          <a:bodyPr/>
          <a:lstStyle>
            <a:lvl1pPr>
              <a:defRPr/>
            </a:lvl1pPr>
          </a:lstStyle>
          <a:p>
            <a:pPr>
              <a:defRPr/>
            </a:pPr>
            <a:r>
              <a:rPr lang="en-US" dirty="0"/>
              <a:t>CS19811-Phase-II-Final Viva</a:t>
            </a:r>
          </a:p>
        </p:txBody>
      </p:sp>
      <p:sp>
        <p:nvSpPr>
          <p:cNvPr id="6" name="Rectangle 7">
            <a:extLst>
              <a:ext uri="{FF2B5EF4-FFF2-40B4-BE49-F238E27FC236}">
                <a16:creationId xmlns:a16="http://schemas.microsoft.com/office/drawing/2014/main" id="{7B4C95F2-7321-CEE1-4FD5-BE988C3BAE38}"/>
              </a:ext>
            </a:extLst>
          </p:cNvPr>
          <p:cNvSpPr>
            <a:spLocks noGrp="1" noChangeArrowheads="1"/>
          </p:cNvSpPr>
          <p:nvPr>
            <p:ph type="ftr" sz="quarter" idx="11"/>
          </p:nvPr>
        </p:nvSpPr>
        <p:spPr>
          <a:ln/>
        </p:spPr>
        <p:txBody>
          <a:bodyPr/>
          <a:lstStyle>
            <a:lvl1pPr>
              <a:defRPr/>
            </a:lvl1pPr>
          </a:lstStyle>
          <a:p>
            <a:pPr>
              <a:defRPr/>
            </a:pPr>
            <a:r>
              <a:rPr lang="en-US"/>
              <a:t>Department of Computer Science and Engineering</a:t>
            </a:r>
          </a:p>
        </p:txBody>
      </p:sp>
      <p:sp>
        <p:nvSpPr>
          <p:cNvPr id="7" name="Rectangle 8">
            <a:extLst>
              <a:ext uri="{FF2B5EF4-FFF2-40B4-BE49-F238E27FC236}">
                <a16:creationId xmlns:a16="http://schemas.microsoft.com/office/drawing/2014/main" id="{24AB3D0A-7C9E-40E8-0F27-0C737BD346FF}"/>
              </a:ext>
            </a:extLst>
          </p:cNvPr>
          <p:cNvSpPr>
            <a:spLocks noGrp="1" noChangeArrowheads="1"/>
          </p:cNvSpPr>
          <p:nvPr>
            <p:ph type="sldNum" sz="quarter" idx="12"/>
          </p:nvPr>
        </p:nvSpPr>
        <p:spPr>
          <a:ln/>
        </p:spPr>
        <p:txBody>
          <a:bodyPr/>
          <a:lstStyle>
            <a:lvl1pPr>
              <a:defRPr/>
            </a:lvl1pPr>
          </a:lstStyle>
          <a:p>
            <a:pPr>
              <a:defRPr/>
            </a:pPr>
            <a:fld id="{379B2829-DA13-4801-8FBD-6D5729CB9593}" type="slidenum">
              <a:rPr lang="en-US" altLang="en-US"/>
              <a:pPr>
                <a:defRPr/>
              </a:pPr>
              <a:t>‹#›</a:t>
            </a:fld>
            <a:endParaRPr lang="en-US" altLang="en-US"/>
          </a:p>
        </p:txBody>
      </p:sp>
    </p:spTree>
    <p:extLst>
      <p:ext uri="{BB962C8B-B14F-4D97-AF65-F5344CB8AC3E}">
        <p14:creationId xmlns:p14="http://schemas.microsoft.com/office/powerpoint/2010/main" val="35014955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6">
            <a:extLst>
              <a:ext uri="{FF2B5EF4-FFF2-40B4-BE49-F238E27FC236}">
                <a16:creationId xmlns:a16="http://schemas.microsoft.com/office/drawing/2014/main" id="{C531D201-6E7B-DD71-C865-2CC768252091}"/>
              </a:ext>
            </a:extLst>
          </p:cNvPr>
          <p:cNvSpPr>
            <a:spLocks noGrp="1" noChangeArrowheads="1"/>
          </p:cNvSpPr>
          <p:nvPr>
            <p:ph type="dt" sz="half" idx="10"/>
          </p:nvPr>
        </p:nvSpPr>
        <p:spPr>
          <a:ln/>
        </p:spPr>
        <p:txBody>
          <a:bodyPr/>
          <a:lstStyle>
            <a:lvl1pPr>
              <a:defRPr/>
            </a:lvl1pPr>
          </a:lstStyle>
          <a:p>
            <a:pPr>
              <a:defRPr/>
            </a:pPr>
            <a:r>
              <a:rPr lang="en-US" dirty="0"/>
              <a:t>CS19811-Phase-II-Final Viva</a:t>
            </a:r>
          </a:p>
        </p:txBody>
      </p:sp>
      <p:sp>
        <p:nvSpPr>
          <p:cNvPr id="6" name="Rectangle 7">
            <a:extLst>
              <a:ext uri="{FF2B5EF4-FFF2-40B4-BE49-F238E27FC236}">
                <a16:creationId xmlns:a16="http://schemas.microsoft.com/office/drawing/2014/main" id="{3A474AB6-A9CC-8EC3-60F9-BBEDD90B035D}"/>
              </a:ext>
            </a:extLst>
          </p:cNvPr>
          <p:cNvSpPr>
            <a:spLocks noGrp="1" noChangeArrowheads="1"/>
          </p:cNvSpPr>
          <p:nvPr>
            <p:ph type="ftr" sz="quarter" idx="11"/>
          </p:nvPr>
        </p:nvSpPr>
        <p:spPr>
          <a:ln/>
        </p:spPr>
        <p:txBody>
          <a:bodyPr/>
          <a:lstStyle>
            <a:lvl1pPr>
              <a:defRPr/>
            </a:lvl1pPr>
          </a:lstStyle>
          <a:p>
            <a:pPr>
              <a:defRPr/>
            </a:pPr>
            <a:r>
              <a:rPr lang="en-US"/>
              <a:t>Department of Computer Science and Engineering</a:t>
            </a:r>
          </a:p>
        </p:txBody>
      </p:sp>
      <p:sp>
        <p:nvSpPr>
          <p:cNvPr id="7" name="Rectangle 8">
            <a:extLst>
              <a:ext uri="{FF2B5EF4-FFF2-40B4-BE49-F238E27FC236}">
                <a16:creationId xmlns:a16="http://schemas.microsoft.com/office/drawing/2014/main" id="{414DF99B-1424-E931-A0EF-A2CCFECC39DF}"/>
              </a:ext>
            </a:extLst>
          </p:cNvPr>
          <p:cNvSpPr>
            <a:spLocks noGrp="1" noChangeArrowheads="1"/>
          </p:cNvSpPr>
          <p:nvPr>
            <p:ph type="sldNum" sz="quarter" idx="12"/>
          </p:nvPr>
        </p:nvSpPr>
        <p:spPr>
          <a:ln/>
        </p:spPr>
        <p:txBody>
          <a:bodyPr/>
          <a:lstStyle>
            <a:lvl1pPr>
              <a:defRPr/>
            </a:lvl1pPr>
          </a:lstStyle>
          <a:p>
            <a:pPr>
              <a:defRPr/>
            </a:pPr>
            <a:fld id="{B5B0EEF8-84AE-4BCB-9844-5B22523396C9}" type="slidenum">
              <a:rPr lang="en-US" altLang="en-US"/>
              <a:pPr>
                <a:defRPr/>
              </a:pPr>
              <a:t>‹#›</a:t>
            </a:fld>
            <a:endParaRPr lang="en-US" altLang="en-US"/>
          </a:p>
        </p:txBody>
      </p:sp>
    </p:spTree>
    <p:extLst>
      <p:ext uri="{BB962C8B-B14F-4D97-AF65-F5344CB8AC3E}">
        <p14:creationId xmlns:p14="http://schemas.microsoft.com/office/powerpoint/2010/main" val="97598278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6">
            <a:extLst>
              <a:ext uri="{FF2B5EF4-FFF2-40B4-BE49-F238E27FC236}">
                <a16:creationId xmlns:a16="http://schemas.microsoft.com/office/drawing/2014/main" id="{DE0854C1-7207-EF75-A61A-B4AF54A5D723}"/>
              </a:ext>
            </a:extLst>
          </p:cNvPr>
          <p:cNvSpPr>
            <a:spLocks noGrp="1" noChangeArrowheads="1"/>
          </p:cNvSpPr>
          <p:nvPr>
            <p:ph type="dt" sz="half" idx="10"/>
          </p:nvPr>
        </p:nvSpPr>
        <p:spPr>
          <a:ln/>
        </p:spPr>
        <p:txBody>
          <a:bodyPr/>
          <a:lstStyle>
            <a:lvl1pPr>
              <a:defRPr/>
            </a:lvl1pPr>
          </a:lstStyle>
          <a:p>
            <a:pPr>
              <a:defRPr/>
            </a:pPr>
            <a:r>
              <a:rPr lang="en-US" dirty="0"/>
              <a:t>CS19811-Phase-II-Final Viva</a:t>
            </a:r>
          </a:p>
        </p:txBody>
      </p:sp>
      <p:sp>
        <p:nvSpPr>
          <p:cNvPr id="5" name="Rectangle 7">
            <a:extLst>
              <a:ext uri="{FF2B5EF4-FFF2-40B4-BE49-F238E27FC236}">
                <a16:creationId xmlns:a16="http://schemas.microsoft.com/office/drawing/2014/main" id="{023D97B6-49D4-67F3-668F-9724FD35233F}"/>
              </a:ext>
            </a:extLst>
          </p:cNvPr>
          <p:cNvSpPr>
            <a:spLocks noGrp="1" noChangeArrowheads="1"/>
          </p:cNvSpPr>
          <p:nvPr>
            <p:ph type="ftr" sz="quarter" idx="11"/>
          </p:nvPr>
        </p:nvSpPr>
        <p:spPr>
          <a:ln/>
        </p:spPr>
        <p:txBody>
          <a:bodyPr/>
          <a:lstStyle>
            <a:lvl1pPr>
              <a:defRPr/>
            </a:lvl1pPr>
          </a:lstStyle>
          <a:p>
            <a:pPr>
              <a:defRPr/>
            </a:pPr>
            <a:r>
              <a:rPr lang="en-US"/>
              <a:t>Department of Computer Science and Engineering</a:t>
            </a:r>
          </a:p>
        </p:txBody>
      </p:sp>
      <p:sp>
        <p:nvSpPr>
          <p:cNvPr id="6" name="Rectangle 8">
            <a:extLst>
              <a:ext uri="{FF2B5EF4-FFF2-40B4-BE49-F238E27FC236}">
                <a16:creationId xmlns:a16="http://schemas.microsoft.com/office/drawing/2014/main" id="{EE4FA587-585B-1C1F-066D-B211962B0DB9}"/>
              </a:ext>
            </a:extLst>
          </p:cNvPr>
          <p:cNvSpPr>
            <a:spLocks noGrp="1" noChangeArrowheads="1"/>
          </p:cNvSpPr>
          <p:nvPr>
            <p:ph type="sldNum" sz="quarter" idx="12"/>
          </p:nvPr>
        </p:nvSpPr>
        <p:spPr>
          <a:ln/>
        </p:spPr>
        <p:txBody>
          <a:bodyPr/>
          <a:lstStyle>
            <a:lvl1pPr>
              <a:defRPr/>
            </a:lvl1pPr>
          </a:lstStyle>
          <a:p>
            <a:pPr>
              <a:defRPr/>
            </a:pPr>
            <a:fld id="{5367E6EB-B6CA-430B-8761-75C737CF7AF1}" type="slidenum">
              <a:rPr lang="en-US" altLang="en-US"/>
              <a:pPr>
                <a:defRPr/>
              </a:pPr>
              <a:t>‹#›</a:t>
            </a:fld>
            <a:endParaRPr lang="en-US" altLang="en-US"/>
          </a:p>
        </p:txBody>
      </p:sp>
    </p:spTree>
    <p:extLst>
      <p:ext uri="{BB962C8B-B14F-4D97-AF65-F5344CB8AC3E}">
        <p14:creationId xmlns:p14="http://schemas.microsoft.com/office/powerpoint/2010/main" val="193947695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65118" y="304800"/>
            <a:ext cx="2669116" cy="57150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755651" y="304800"/>
            <a:ext cx="7806267" cy="57150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6">
            <a:extLst>
              <a:ext uri="{FF2B5EF4-FFF2-40B4-BE49-F238E27FC236}">
                <a16:creationId xmlns:a16="http://schemas.microsoft.com/office/drawing/2014/main" id="{E1D0F6A3-93FF-6A17-402C-31256BC45713}"/>
              </a:ext>
            </a:extLst>
          </p:cNvPr>
          <p:cNvSpPr>
            <a:spLocks noGrp="1" noChangeArrowheads="1"/>
          </p:cNvSpPr>
          <p:nvPr>
            <p:ph type="dt" sz="half" idx="10"/>
          </p:nvPr>
        </p:nvSpPr>
        <p:spPr>
          <a:ln/>
        </p:spPr>
        <p:txBody>
          <a:bodyPr/>
          <a:lstStyle>
            <a:lvl1pPr>
              <a:defRPr/>
            </a:lvl1pPr>
          </a:lstStyle>
          <a:p>
            <a:pPr>
              <a:defRPr/>
            </a:pPr>
            <a:r>
              <a:rPr lang="en-US" dirty="0"/>
              <a:t>CS19811-Phase-II-Final Viva</a:t>
            </a:r>
          </a:p>
        </p:txBody>
      </p:sp>
      <p:sp>
        <p:nvSpPr>
          <p:cNvPr id="5" name="Rectangle 7">
            <a:extLst>
              <a:ext uri="{FF2B5EF4-FFF2-40B4-BE49-F238E27FC236}">
                <a16:creationId xmlns:a16="http://schemas.microsoft.com/office/drawing/2014/main" id="{FB63A9F3-AD04-ED6E-E628-12170F70CE75}"/>
              </a:ext>
            </a:extLst>
          </p:cNvPr>
          <p:cNvSpPr>
            <a:spLocks noGrp="1" noChangeArrowheads="1"/>
          </p:cNvSpPr>
          <p:nvPr>
            <p:ph type="ftr" sz="quarter" idx="11"/>
          </p:nvPr>
        </p:nvSpPr>
        <p:spPr>
          <a:ln/>
        </p:spPr>
        <p:txBody>
          <a:bodyPr/>
          <a:lstStyle>
            <a:lvl1pPr>
              <a:defRPr/>
            </a:lvl1pPr>
          </a:lstStyle>
          <a:p>
            <a:pPr>
              <a:defRPr/>
            </a:pPr>
            <a:r>
              <a:rPr lang="en-US"/>
              <a:t>Department of Computer Science and Engineering</a:t>
            </a:r>
          </a:p>
        </p:txBody>
      </p:sp>
      <p:sp>
        <p:nvSpPr>
          <p:cNvPr id="6" name="Rectangle 8">
            <a:extLst>
              <a:ext uri="{FF2B5EF4-FFF2-40B4-BE49-F238E27FC236}">
                <a16:creationId xmlns:a16="http://schemas.microsoft.com/office/drawing/2014/main" id="{01BD68DD-46F8-E148-C9DD-BDF1256D37AB}"/>
              </a:ext>
            </a:extLst>
          </p:cNvPr>
          <p:cNvSpPr>
            <a:spLocks noGrp="1" noChangeArrowheads="1"/>
          </p:cNvSpPr>
          <p:nvPr>
            <p:ph type="sldNum" sz="quarter" idx="12"/>
          </p:nvPr>
        </p:nvSpPr>
        <p:spPr>
          <a:ln/>
        </p:spPr>
        <p:txBody>
          <a:bodyPr/>
          <a:lstStyle>
            <a:lvl1pPr>
              <a:defRPr/>
            </a:lvl1pPr>
          </a:lstStyle>
          <a:p>
            <a:pPr>
              <a:defRPr/>
            </a:pPr>
            <a:fld id="{3031276A-AAE7-4DAF-B5DC-CD9EE96B703D}" type="slidenum">
              <a:rPr lang="en-US" altLang="en-US"/>
              <a:pPr>
                <a:defRPr/>
              </a:pPr>
              <a:t>‹#›</a:t>
            </a:fld>
            <a:endParaRPr lang="en-US" altLang="en-US"/>
          </a:p>
        </p:txBody>
      </p:sp>
    </p:spTree>
    <p:extLst>
      <p:ext uri="{BB962C8B-B14F-4D97-AF65-F5344CB8AC3E}">
        <p14:creationId xmlns:p14="http://schemas.microsoft.com/office/powerpoint/2010/main" val="2788195360"/>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 Id="rId13"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13"/>
          <a:srcRect/>
          <a:tile tx="0" ty="0" sx="100000" sy="100000" flip="none" algn="tl"/>
        </a:blip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7AD52653-E1AE-07CB-DCC9-CD2593D84EFE}"/>
              </a:ext>
            </a:extLst>
          </p:cNvPr>
          <p:cNvSpPr>
            <a:spLocks noGrp="1" noChangeArrowheads="1"/>
          </p:cNvSpPr>
          <p:nvPr>
            <p:ph type="title"/>
          </p:nvPr>
        </p:nvSpPr>
        <p:spPr bwMode="auto">
          <a:xfrm>
            <a:off x="766233" y="304801"/>
            <a:ext cx="10668000" cy="1216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en-US" altLang="en-US"/>
              <a:t>Click to edit Master title style</a:t>
            </a:r>
          </a:p>
        </p:txBody>
      </p:sp>
      <p:sp>
        <p:nvSpPr>
          <p:cNvPr id="1027" name="Rectangle 3">
            <a:extLst>
              <a:ext uri="{FF2B5EF4-FFF2-40B4-BE49-F238E27FC236}">
                <a16:creationId xmlns:a16="http://schemas.microsoft.com/office/drawing/2014/main" id="{4BB93799-0450-059C-B337-0FA5C4C3731F}"/>
              </a:ext>
            </a:extLst>
          </p:cNvPr>
          <p:cNvSpPr>
            <a:spLocks noGrp="1" noChangeArrowheads="1"/>
          </p:cNvSpPr>
          <p:nvPr>
            <p:ph type="body" idx="1"/>
          </p:nvPr>
        </p:nvSpPr>
        <p:spPr bwMode="auto">
          <a:xfrm>
            <a:off x="755651" y="1752600"/>
            <a:ext cx="10668000" cy="426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028" name="AutoShape 4">
            <a:extLst>
              <a:ext uri="{FF2B5EF4-FFF2-40B4-BE49-F238E27FC236}">
                <a16:creationId xmlns:a16="http://schemas.microsoft.com/office/drawing/2014/main" id="{6B43BBB4-1099-054A-DDAC-B357DD3DA511}"/>
              </a:ext>
            </a:extLst>
          </p:cNvPr>
          <p:cNvSpPr>
            <a:spLocks noChangeArrowheads="1"/>
          </p:cNvSpPr>
          <p:nvPr/>
        </p:nvSpPr>
        <p:spPr bwMode="auto">
          <a:xfrm>
            <a:off x="812800" y="1566864"/>
            <a:ext cx="10610851" cy="109537"/>
          </a:xfrm>
          <a:custGeom>
            <a:avLst/>
            <a:gdLst>
              <a:gd name="T0" fmla="*/ 0 w 1000"/>
              <a:gd name="T1" fmla="*/ 0 h 1000"/>
              <a:gd name="T2" fmla="*/ 2147483646 w 1000"/>
              <a:gd name="T3" fmla="*/ 0 h 1000"/>
              <a:gd name="T4" fmla="*/ 2147483646 w 1000"/>
              <a:gd name="T5" fmla="*/ 2147483646 h 1000"/>
              <a:gd name="T6" fmla="*/ 0 w 1000"/>
              <a:gd name="T7" fmla="*/ 2147483646 h 1000"/>
              <a:gd name="T8" fmla="*/ 0 w 1000"/>
              <a:gd name="T9" fmla="*/ 0 h 1000"/>
              <a:gd name="T10" fmla="*/ 2147483646 w 1000"/>
              <a:gd name="T11" fmla="*/ 0 h 10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000" h="1000" stroke="0">
                <a:moveTo>
                  <a:pt x="0" y="0"/>
                </a:moveTo>
                <a:lnTo>
                  <a:pt x="585" y="0"/>
                </a:lnTo>
                <a:lnTo>
                  <a:pt x="585" y="1000"/>
                </a:lnTo>
                <a:lnTo>
                  <a:pt x="0" y="1000"/>
                </a:lnTo>
                <a:lnTo>
                  <a:pt x="0" y="0"/>
                </a:lnTo>
                <a:close/>
              </a:path>
              <a:path w="1000" h="1000">
                <a:moveTo>
                  <a:pt x="0" y="0"/>
                </a:moveTo>
                <a:lnTo>
                  <a:pt x="1000" y="0"/>
                </a:lnTo>
              </a:path>
            </a:pathLst>
          </a:custGeom>
          <a:solidFill>
            <a:schemeClr val="accent2"/>
          </a:solidFill>
          <a:ln w="9525">
            <a:solidFill>
              <a:schemeClr val="accent2"/>
            </a:solidFill>
            <a:round/>
            <a:headEnd/>
            <a:tailEnd/>
          </a:ln>
        </p:spPr>
        <p:txBody>
          <a:bodyPr/>
          <a:lstStyle/>
          <a:p>
            <a:endParaRPr lang="en-IN" sz="1800"/>
          </a:p>
        </p:txBody>
      </p:sp>
      <p:sp>
        <p:nvSpPr>
          <p:cNvPr id="1029" name="Line 5">
            <a:extLst>
              <a:ext uri="{FF2B5EF4-FFF2-40B4-BE49-F238E27FC236}">
                <a16:creationId xmlns:a16="http://schemas.microsoft.com/office/drawing/2014/main" id="{986B2119-A42B-45B1-6DCF-EF7CC29004DD}"/>
              </a:ext>
            </a:extLst>
          </p:cNvPr>
          <p:cNvSpPr>
            <a:spLocks noChangeShapeType="1"/>
          </p:cNvSpPr>
          <p:nvPr/>
        </p:nvSpPr>
        <p:spPr bwMode="auto">
          <a:xfrm flipV="1">
            <a:off x="812800" y="6172200"/>
            <a:ext cx="10566400" cy="0"/>
          </a:xfrm>
          <a:prstGeom prst="line">
            <a:avLst/>
          </a:prstGeom>
          <a:noFill/>
          <a:ln w="3175">
            <a:solidFill>
              <a:schemeClr val="accent2"/>
            </a:solidFill>
            <a:round/>
            <a:headEnd/>
            <a:tailEnd/>
          </a:ln>
          <a:extLst>
            <a:ext uri="{909E8E84-426E-40DD-AFC4-6F175D3DCCD1}">
              <a14:hiddenFill xmlns:a14="http://schemas.microsoft.com/office/drawing/2010/main">
                <a:noFill/>
              </a14:hiddenFill>
            </a:ext>
          </a:extLst>
        </p:spPr>
        <p:txBody>
          <a:bodyPr/>
          <a:lstStyle/>
          <a:p>
            <a:endParaRPr lang="en-IN" sz="1800"/>
          </a:p>
        </p:txBody>
      </p:sp>
      <p:sp>
        <p:nvSpPr>
          <p:cNvPr id="4102" name="Rectangle 6">
            <a:extLst>
              <a:ext uri="{FF2B5EF4-FFF2-40B4-BE49-F238E27FC236}">
                <a16:creationId xmlns:a16="http://schemas.microsoft.com/office/drawing/2014/main" id="{6C6B070B-4AFE-871D-87ED-86092999D2D8}"/>
              </a:ext>
            </a:extLst>
          </p:cNvPr>
          <p:cNvSpPr>
            <a:spLocks noGrp="1" noChangeArrowheads="1"/>
          </p:cNvSpPr>
          <p:nvPr>
            <p:ph type="dt" sz="half" idx="2"/>
          </p:nvPr>
        </p:nvSpPr>
        <p:spPr bwMode="auto">
          <a:xfrm>
            <a:off x="812800" y="6245225"/>
            <a:ext cx="2641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200">
                <a:cs typeface="+mn-cs"/>
              </a:defRPr>
            </a:lvl1pPr>
          </a:lstStyle>
          <a:p>
            <a:pPr>
              <a:defRPr/>
            </a:pPr>
            <a:r>
              <a:rPr lang="en-US" dirty="0"/>
              <a:t>CS19811-Phase-II-Final Viva</a:t>
            </a:r>
          </a:p>
        </p:txBody>
      </p:sp>
      <p:sp>
        <p:nvSpPr>
          <p:cNvPr id="4103" name="Rectangle 7">
            <a:extLst>
              <a:ext uri="{FF2B5EF4-FFF2-40B4-BE49-F238E27FC236}">
                <a16:creationId xmlns:a16="http://schemas.microsoft.com/office/drawing/2014/main" id="{FA33AF8B-6600-80BC-AB7A-98E95CF9D742}"/>
              </a:ext>
            </a:extLst>
          </p:cNvPr>
          <p:cNvSpPr>
            <a:spLocks noGrp="1" noChangeArrowheads="1"/>
          </p:cNvSpPr>
          <p:nvPr>
            <p:ph type="ftr" sz="quarter" idx="3"/>
          </p:nvPr>
        </p:nvSpPr>
        <p:spPr bwMode="auto">
          <a:xfrm>
            <a:off x="4165600" y="6245225"/>
            <a:ext cx="38608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eaLnBrk="1" hangingPunct="1">
              <a:defRPr sz="1200">
                <a:cs typeface="+mn-cs"/>
              </a:defRPr>
            </a:lvl1pPr>
          </a:lstStyle>
          <a:p>
            <a:pPr>
              <a:defRPr/>
            </a:pPr>
            <a:r>
              <a:rPr lang="en-US"/>
              <a:t>Department of Computer Science and Engineering</a:t>
            </a:r>
          </a:p>
        </p:txBody>
      </p:sp>
      <p:sp>
        <p:nvSpPr>
          <p:cNvPr id="4104" name="Rectangle 8">
            <a:extLst>
              <a:ext uri="{FF2B5EF4-FFF2-40B4-BE49-F238E27FC236}">
                <a16:creationId xmlns:a16="http://schemas.microsoft.com/office/drawing/2014/main" id="{1BD9409A-4B38-651E-F54D-ABAB5C4CEBAD}"/>
              </a:ext>
            </a:extLst>
          </p:cNvPr>
          <p:cNvSpPr>
            <a:spLocks noGrp="1" noChangeArrowheads="1"/>
          </p:cNvSpPr>
          <p:nvPr>
            <p:ph type="sldNum" sz="quarter" idx="4"/>
          </p:nvPr>
        </p:nvSpPr>
        <p:spPr bwMode="auto">
          <a:xfrm>
            <a:off x="8737600" y="6245225"/>
            <a:ext cx="2641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200" smtClean="0"/>
            </a:lvl1pPr>
          </a:lstStyle>
          <a:p>
            <a:pPr>
              <a:defRPr/>
            </a:pPr>
            <a:fld id="{756AFA5A-A15D-402B-9810-66A481E98194}" type="slidenum">
              <a:rPr lang="en-US" altLang="en-US"/>
              <a:pPr>
                <a:defRPr/>
              </a:pPr>
              <a:t>‹#›</a:t>
            </a:fld>
            <a:endParaRPr lang="en-US" altLang="en-US"/>
          </a:p>
        </p:txBody>
      </p:sp>
    </p:spTree>
    <p:extLst>
      <p:ext uri="{BB962C8B-B14F-4D97-AF65-F5344CB8AC3E}">
        <p14:creationId xmlns:p14="http://schemas.microsoft.com/office/powerpoint/2010/main" val="112080127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p:txStyles>
    <p:titleStyle>
      <a:lvl1pPr algn="l" rtl="0" eaLnBrk="0" fontAlgn="base" hangingPunct="0">
        <a:spcBef>
          <a:spcPct val="0"/>
        </a:spcBef>
        <a:spcAft>
          <a:spcPct val="0"/>
        </a:spcAft>
        <a:defRPr sz="3800">
          <a:solidFill>
            <a:schemeClr val="tx2"/>
          </a:solidFill>
          <a:latin typeface="+mj-lt"/>
          <a:ea typeface="+mj-ea"/>
          <a:cs typeface="+mj-cs"/>
        </a:defRPr>
      </a:lvl1pPr>
      <a:lvl2pPr algn="l" rtl="0" eaLnBrk="0" fontAlgn="base" hangingPunct="0">
        <a:spcBef>
          <a:spcPct val="0"/>
        </a:spcBef>
        <a:spcAft>
          <a:spcPct val="0"/>
        </a:spcAft>
        <a:defRPr sz="3800">
          <a:solidFill>
            <a:schemeClr val="tx2"/>
          </a:solidFill>
          <a:latin typeface="Verdana" pitchFamily="34" charset="0"/>
        </a:defRPr>
      </a:lvl2pPr>
      <a:lvl3pPr algn="l" rtl="0" eaLnBrk="0" fontAlgn="base" hangingPunct="0">
        <a:spcBef>
          <a:spcPct val="0"/>
        </a:spcBef>
        <a:spcAft>
          <a:spcPct val="0"/>
        </a:spcAft>
        <a:defRPr sz="3800">
          <a:solidFill>
            <a:schemeClr val="tx2"/>
          </a:solidFill>
          <a:latin typeface="Verdana" pitchFamily="34" charset="0"/>
        </a:defRPr>
      </a:lvl3pPr>
      <a:lvl4pPr algn="l" rtl="0" eaLnBrk="0" fontAlgn="base" hangingPunct="0">
        <a:spcBef>
          <a:spcPct val="0"/>
        </a:spcBef>
        <a:spcAft>
          <a:spcPct val="0"/>
        </a:spcAft>
        <a:defRPr sz="3800">
          <a:solidFill>
            <a:schemeClr val="tx2"/>
          </a:solidFill>
          <a:latin typeface="Verdana" pitchFamily="34" charset="0"/>
        </a:defRPr>
      </a:lvl4pPr>
      <a:lvl5pPr algn="l" rtl="0" eaLnBrk="0" fontAlgn="base" hangingPunct="0">
        <a:spcBef>
          <a:spcPct val="0"/>
        </a:spcBef>
        <a:spcAft>
          <a:spcPct val="0"/>
        </a:spcAft>
        <a:defRPr sz="3800">
          <a:solidFill>
            <a:schemeClr val="tx2"/>
          </a:solidFill>
          <a:latin typeface="Verdana" pitchFamily="34" charset="0"/>
        </a:defRPr>
      </a:lvl5pPr>
      <a:lvl6pPr marL="457200" algn="l" rtl="0" fontAlgn="base">
        <a:spcBef>
          <a:spcPct val="0"/>
        </a:spcBef>
        <a:spcAft>
          <a:spcPct val="0"/>
        </a:spcAft>
        <a:defRPr sz="3800">
          <a:solidFill>
            <a:schemeClr val="tx2"/>
          </a:solidFill>
          <a:latin typeface="Verdana" pitchFamily="34" charset="0"/>
        </a:defRPr>
      </a:lvl6pPr>
      <a:lvl7pPr marL="914400" algn="l" rtl="0" fontAlgn="base">
        <a:spcBef>
          <a:spcPct val="0"/>
        </a:spcBef>
        <a:spcAft>
          <a:spcPct val="0"/>
        </a:spcAft>
        <a:defRPr sz="3800">
          <a:solidFill>
            <a:schemeClr val="tx2"/>
          </a:solidFill>
          <a:latin typeface="Verdana" pitchFamily="34" charset="0"/>
        </a:defRPr>
      </a:lvl7pPr>
      <a:lvl8pPr marL="1371600" algn="l" rtl="0" fontAlgn="base">
        <a:spcBef>
          <a:spcPct val="0"/>
        </a:spcBef>
        <a:spcAft>
          <a:spcPct val="0"/>
        </a:spcAft>
        <a:defRPr sz="3800">
          <a:solidFill>
            <a:schemeClr val="tx2"/>
          </a:solidFill>
          <a:latin typeface="Verdana" pitchFamily="34" charset="0"/>
        </a:defRPr>
      </a:lvl8pPr>
      <a:lvl9pPr marL="1828800" algn="l" rtl="0" fontAlgn="base">
        <a:spcBef>
          <a:spcPct val="0"/>
        </a:spcBef>
        <a:spcAft>
          <a:spcPct val="0"/>
        </a:spcAft>
        <a:defRPr sz="3800">
          <a:solidFill>
            <a:schemeClr val="tx2"/>
          </a:solidFill>
          <a:latin typeface="Verdana" pitchFamily="34" charset="0"/>
        </a:defRPr>
      </a:lvl9pPr>
    </p:titleStyle>
    <p:body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a:solidFill>
            <a:schemeClr val="tx1"/>
          </a:solidFill>
          <a:latin typeface="+mn-lt"/>
          <a:ea typeface="+mn-ea"/>
          <a:cs typeface="+mn-cs"/>
        </a:defRPr>
      </a:lvl1pPr>
      <a:lvl2pPr marL="908050" indent="-436563" algn="l" rtl="0" eaLnBrk="0" fontAlgn="base" hangingPunct="0">
        <a:spcBef>
          <a:spcPct val="20000"/>
        </a:spcBef>
        <a:spcAft>
          <a:spcPct val="0"/>
        </a:spcAft>
        <a:buClr>
          <a:schemeClr val="accent2"/>
        </a:buClr>
        <a:buFont typeface="Wingdings" panose="05000000000000000000" pitchFamily="2" charset="2"/>
        <a:buChar char="n"/>
        <a:defRPr sz="2600">
          <a:solidFill>
            <a:schemeClr val="tx1"/>
          </a:solidFill>
          <a:latin typeface="+mn-lt"/>
        </a:defRPr>
      </a:lvl2pPr>
      <a:lvl3pPr marL="1304925" indent="-395288" algn="l" rtl="0" eaLnBrk="0" fontAlgn="base" hangingPunct="0">
        <a:spcBef>
          <a:spcPct val="20000"/>
        </a:spcBef>
        <a:spcAft>
          <a:spcPct val="0"/>
        </a:spcAft>
        <a:buClr>
          <a:schemeClr val="accent2"/>
        </a:buClr>
        <a:buFont typeface="Wingdings" panose="05000000000000000000" pitchFamily="2" charset="2"/>
        <a:buChar char="o"/>
        <a:defRPr sz="2300">
          <a:solidFill>
            <a:schemeClr val="tx1"/>
          </a:solidFill>
          <a:latin typeface="+mn-lt"/>
        </a:defRPr>
      </a:lvl3pPr>
      <a:lvl4pPr marL="1693863" indent="-387350" algn="l" rtl="0" eaLnBrk="0" fontAlgn="base" hangingPunct="0">
        <a:spcBef>
          <a:spcPct val="20000"/>
        </a:spcBef>
        <a:spcAft>
          <a:spcPct val="0"/>
        </a:spcAft>
        <a:buClr>
          <a:schemeClr val="accent2"/>
        </a:buClr>
        <a:buFont typeface="Wingdings" panose="05000000000000000000" pitchFamily="2" charset="2"/>
        <a:buChar char="n"/>
        <a:defRPr sz="2000">
          <a:solidFill>
            <a:schemeClr val="tx1"/>
          </a:solidFill>
          <a:latin typeface="+mn-lt"/>
        </a:defRPr>
      </a:lvl4pPr>
      <a:lvl5pPr marL="2093913" indent="-398463" algn="l" rtl="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mn-lt"/>
        </a:defRPr>
      </a:lvl5pPr>
      <a:lvl6pPr marL="2551113" indent="-398463" algn="l" rtl="0" fontAlgn="base">
        <a:spcBef>
          <a:spcPct val="25000"/>
        </a:spcBef>
        <a:spcAft>
          <a:spcPct val="0"/>
        </a:spcAft>
        <a:buClr>
          <a:schemeClr val="accent2"/>
        </a:buClr>
        <a:buFont typeface="Wingdings" pitchFamily="2" charset="2"/>
        <a:buChar char="§"/>
        <a:defRPr sz="2000">
          <a:solidFill>
            <a:schemeClr val="tx1"/>
          </a:solidFill>
          <a:latin typeface="+mn-lt"/>
        </a:defRPr>
      </a:lvl6pPr>
      <a:lvl7pPr marL="3008313" indent="-398463" algn="l" rtl="0" fontAlgn="base">
        <a:spcBef>
          <a:spcPct val="25000"/>
        </a:spcBef>
        <a:spcAft>
          <a:spcPct val="0"/>
        </a:spcAft>
        <a:buClr>
          <a:schemeClr val="accent2"/>
        </a:buClr>
        <a:buFont typeface="Wingdings" pitchFamily="2" charset="2"/>
        <a:buChar char="§"/>
        <a:defRPr sz="2000">
          <a:solidFill>
            <a:schemeClr val="tx1"/>
          </a:solidFill>
          <a:latin typeface="+mn-lt"/>
        </a:defRPr>
      </a:lvl7pPr>
      <a:lvl8pPr marL="3465513" indent="-398463" algn="l" rtl="0" fontAlgn="base">
        <a:spcBef>
          <a:spcPct val="25000"/>
        </a:spcBef>
        <a:spcAft>
          <a:spcPct val="0"/>
        </a:spcAft>
        <a:buClr>
          <a:schemeClr val="accent2"/>
        </a:buClr>
        <a:buFont typeface="Wingdings" pitchFamily="2" charset="2"/>
        <a:buChar char="§"/>
        <a:defRPr sz="2000">
          <a:solidFill>
            <a:schemeClr val="tx1"/>
          </a:solidFill>
          <a:latin typeface="+mn-lt"/>
        </a:defRPr>
      </a:lvl8pPr>
      <a:lvl9pPr marL="3922713" indent="-398463" algn="l" rtl="0" fontAlgn="base">
        <a:spcBef>
          <a:spcPct val="25000"/>
        </a:spcBef>
        <a:spcAft>
          <a:spcPct val="0"/>
        </a:spcAft>
        <a:buClr>
          <a:schemeClr val="accent2"/>
        </a:buClr>
        <a:buFont typeface="Wingdings" pitchFamily="2" charset="2"/>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themeOverride" Target="../theme/themeOverride1.xml"/><Relationship Id="rId2" Type="http://schemas.openxmlformats.org/officeDocument/2006/relationships/slideLayout" Target="../slideLayouts/slideLayout1.xml"/><Relationship Id="rId3" Type="http://schemas.openxmlformats.org/officeDocument/2006/relationships/image" Target="../media/image1.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themeOverride" Target="../theme/themeOverride2.xml"/><Relationship Id="rId2" Type="http://schemas.openxmlformats.org/officeDocument/2006/relationships/slideLayout" Target="../slideLayouts/slideLayout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themeOverride" Target="../theme/themeOverride3.xml"/><Relationship Id="rId2" Type="http://schemas.openxmlformats.org/officeDocument/2006/relationships/slideLayout" Target="../slideLayouts/slideLayout2.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themeOverride" Target="../theme/themeOverride4.xml"/><Relationship Id="rId2" Type="http://schemas.openxmlformats.org/officeDocument/2006/relationships/slideLayout" Target="../slideLayouts/slideLayout2.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themeOverride" Target="../theme/themeOverride5.xml"/><Relationship Id="rId2" Type="http://schemas.openxmlformats.org/officeDocument/2006/relationships/slideLayout" Target="../slideLayouts/slideLayout2.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0">
          <a:blip r:embed="rId3"/>
          <a:srcRect/>
          <a:tile tx="0" ty="0" sx="100000" sy="100000" flip="none" algn="tl"/>
        </a:blip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D41A2FBB-F55B-9BAA-4EBD-7D6AD7B1D9C0}"/>
              </a:ext>
            </a:extLst>
          </p:cNvPr>
          <p:cNvSpPr txBox="1">
            <a:spLocks/>
          </p:cNvSpPr>
          <p:nvPr/>
        </p:nvSpPr>
        <p:spPr>
          <a:xfrm>
            <a:off x="840362" y="3057378"/>
            <a:ext cx="11037605" cy="1449308"/>
          </a:xfrm>
          <a:prstGeom prst="rect">
            <a:avLst/>
          </a:prstGeom>
        </p:spPr>
        <p:txBody>
          <a:bodyPr vert="horz" lIns="91440" tIns="45720" rIns="91440" bIns="45720" rtlCol="0" anchor="ctr">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nSpc>
                <a:spcPct val="150000"/>
              </a:lnSpc>
            </a:pPr>
            <a:endParaRPr lang="en-US" sz="2400" b="1" dirty="0">
              <a:solidFill>
                <a:srgbClr val="7030A0"/>
              </a:solidFill>
              <a:latin typeface="Times New Roman" panose="02020603050405020304" pitchFamily="18" charset="0"/>
              <a:cs typeface="Times New Roman" panose="02020603050405020304" pitchFamily="18" charset="0"/>
            </a:endParaRPr>
          </a:p>
          <a:p>
            <a:pPr>
              <a:lnSpc>
                <a:spcPct val="150000"/>
              </a:lnSpc>
            </a:pPr>
            <a:r>
              <a:rPr lang="en-US" sz="3600" b="1" dirty="0">
                <a:solidFill>
                  <a:srgbClr val="7030A0"/>
                </a:solidFill>
                <a:latin typeface="Times New Roman" panose="02020603050405020304" pitchFamily="18" charset="0"/>
                <a:cs typeface="Times New Roman" panose="02020603050405020304" pitchFamily="18" charset="0"/>
              </a:rPr>
              <a:t>PROJECT TITLE: </a:t>
            </a:r>
          </a:p>
          <a:p>
            <a:pPr>
              <a:lnSpc>
                <a:spcPct val="150000"/>
              </a:lnSpc>
            </a:pPr>
            <a:r>
              <a:rPr lang="en-US" sz="3600" b="1" dirty="0" err="1">
                <a:solidFill>
                  <a:srgbClr val="7030A0"/>
                </a:solidFill>
                <a:latin typeface="Times New Roman" panose="02020603050405020304" pitchFamily="18" charset="0"/>
                <a:cs typeface="Times New Roman" panose="02020603050405020304" pitchFamily="18" charset="0"/>
              </a:rPr>
              <a:t>QueueZero</a:t>
            </a:r>
            <a:r>
              <a:rPr lang="en-US" sz="3600" b="1" dirty="0" err="1">
                <a:solidFill>
                  <a:srgbClr val="7030A0"/>
                </a:solidFill>
                <a:latin typeface="Times New Roman" panose="02020603050405020304" pitchFamily="18" charset="0"/>
                <a:cs typeface="Times New Roman" panose="02020603050405020304" pitchFamily="18" charset="0"/>
              </a:rPr>
              <a:t>  CAMPUS CANTEEN PRE-ORDER SYSTEM</a:t>
            </a:r>
            <a:endParaRPr lang="en-US" sz="3600" b="1" dirty="0">
              <a:solidFill>
                <a:schemeClr val="accent6">
                  <a:lumMod val="75000"/>
                </a:schemeClr>
              </a:solidFill>
              <a:latin typeface="Times New Roman" panose="02020603050405020304" pitchFamily="18" charset="0"/>
              <a:cs typeface="Times New Roman" panose="02020603050405020304" pitchFamily="18" charset="0"/>
            </a:endParaRPr>
          </a:p>
          <a:p>
            <a:pPr>
              <a:lnSpc>
                <a:spcPct val="150000"/>
              </a:lnSpc>
            </a:pPr>
            <a:endParaRPr lang="en-US" sz="2000" b="1" dirty="0">
              <a:solidFill>
                <a:srgbClr val="FF0000"/>
              </a:solidFill>
              <a:latin typeface="Times New Roman" panose="02020603050405020304" pitchFamily="18" charset="0"/>
              <a:ea typeface="+mn-ea"/>
              <a:cs typeface="Times New Roman" panose="02020603050405020304" pitchFamily="18" charset="0"/>
            </a:endParaRPr>
          </a:p>
          <a:p>
            <a:pPr algn="l">
              <a:lnSpc>
                <a:spcPct val="150000"/>
              </a:lnSpc>
            </a:pPr>
            <a:endParaRPr lang="en-IN" sz="2000" b="1" dirty="0">
              <a:solidFill>
                <a:schemeClr val="accent6">
                  <a:lumMod val="75000"/>
                </a:schemeClr>
              </a:solidFill>
              <a:latin typeface="Times New Roman" panose="02020603050405020304" pitchFamily="18" charset="0"/>
              <a:ea typeface="+mn-ea"/>
              <a:cs typeface="Times New Roman" panose="02020603050405020304" pitchFamily="18" charset="0"/>
            </a:endParaRPr>
          </a:p>
        </p:txBody>
      </p:sp>
      <p:sp>
        <p:nvSpPr>
          <p:cNvPr id="11" name="TextBox 1">
            <a:extLst>
              <a:ext uri="{FF2B5EF4-FFF2-40B4-BE49-F238E27FC236}">
                <a16:creationId xmlns:a16="http://schemas.microsoft.com/office/drawing/2014/main" id="{19A39F01-D00C-AF01-020F-6FE15F5B4206}"/>
              </a:ext>
            </a:extLst>
          </p:cNvPr>
          <p:cNvSpPr txBox="1">
            <a:spLocks noChangeArrowheads="1"/>
          </p:cNvSpPr>
          <p:nvPr/>
        </p:nvSpPr>
        <p:spPr bwMode="auto">
          <a:xfrm>
            <a:off x="7398328" y="5228206"/>
            <a:ext cx="4479639"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defRPr>
            </a:lvl9pPr>
          </a:lstStyle>
          <a:p>
            <a:pPr>
              <a:spcBef>
                <a:spcPct val="0"/>
              </a:spcBef>
              <a:buClrTx/>
              <a:buFontTx/>
              <a:buNone/>
            </a:pPr>
            <a:r>
              <a:rPr lang="en-IN" altLang="en-US" sz="2000" b="1" dirty="0">
                <a:solidFill>
                  <a:schemeClr val="accent6">
                    <a:lumMod val="75000"/>
                  </a:schemeClr>
                </a:solidFill>
                <a:latin typeface="Times New Roman" panose="02020603050405020304" pitchFamily="18" charset="0"/>
                <a:cs typeface="Times New Roman" panose="02020603050405020304" pitchFamily="18" charset="0"/>
              </a:rPr>
              <a:t>NAME</a:t>
            </a:r>
            <a:r>
              <a:rPr lang="en-IN" altLang="en-US" sz="2000" b="1" dirty="0">
                <a:solidFill>
                  <a:srgbClr val="FF0000"/>
                </a:solidFill>
                <a:latin typeface="Times New Roman" panose="02020603050405020304" pitchFamily="18" charset="0"/>
                <a:cs typeface="Times New Roman" panose="02020603050405020304" pitchFamily="18" charset="0"/>
              </a:rPr>
              <a:t>: Mukesh kumar S</a:t>
            </a:r>
          </a:p>
          <a:p>
            <a:pPr>
              <a:spcBef>
                <a:spcPct val="0"/>
              </a:spcBef>
              <a:buClrTx/>
              <a:buFontTx/>
              <a:buNone/>
            </a:pPr>
            <a:r>
              <a:rPr lang="en-IN" altLang="en-US" sz="2000" b="1" dirty="0">
                <a:solidFill>
                  <a:schemeClr val="accent6">
                    <a:lumMod val="75000"/>
                  </a:schemeClr>
                </a:solidFill>
                <a:latin typeface="Times New Roman" panose="02020603050405020304" pitchFamily="18" charset="0"/>
                <a:cs typeface="Times New Roman" panose="02020603050405020304" pitchFamily="18" charset="0"/>
              </a:rPr>
              <a:t>REG</a:t>
            </a:r>
            <a:r>
              <a:rPr lang="en-IN" altLang="en-US" sz="2000" b="1" dirty="0">
                <a:solidFill>
                  <a:srgbClr val="FF0000"/>
                </a:solidFill>
                <a:latin typeface="Times New Roman" panose="02020603050405020304" pitchFamily="18" charset="0"/>
                <a:cs typeface="Times New Roman" panose="02020603050405020304" pitchFamily="18" charset="0"/>
              </a:rPr>
              <a:t> </a:t>
            </a:r>
            <a:r>
              <a:rPr lang="en-IN" altLang="en-US" sz="2000" b="1" dirty="0">
                <a:solidFill>
                  <a:schemeClr val="accent6">
                    <a:lumMod val="75000"/>
                  </a:schemeClr>
                </a:solidFill>
                <a:latin typeface="Times New Roman" panose="02020603050405020304" pitchFamily="18" charset="0"/>
                <a:cs typeface="Times New Roman" panose="02020603050405020304" pitchFamily="18" charset="0"/>
              </a:rPr>
              <a:t>NO</a:t>
            </a:r>
            <a:r>
              <a:rPr lang="en-IN" altLang="en-US" sz="2000" b="1" dirty="0">
                <a:solidFill>
                  <a:srgbClr val="FF0000"/>
                </a:solidFill>
                <a:latin typeface="Times New Roman" panose="02020603050405020304" pitchFamily="18" charset="0"/>
                <a:cs typeface="Times New Roman" panose="02020603050405020304" pitchFamily="18" charset="0"/>
              </a:rPr>
              <a:t>: 241901058</a:t>
            </a:r>
          </a:p>
        </p:txBody>
      </p:sp>
      <p:sp>
        <p:nvSpPr>
          <p:cNvPr id="15" name="Title 1">
            <a:extLst>
              <a:ext uri="{FF2B5EF4-FFF2-40B4-BE49-F238E27FC236}">
                <a16:creationId xmlns:a16="http://schemas.microsoft.com/office/drawing/2014/main" id="{321851EC-AC90-1CBE-0738-0329685AB2AB}"/>
              </a:ext>
            </a:extLst>
          </p:cNvPr>
          <p:cNvSpPr txBox="1">
            <a:spLocks/>
          </p:cNvSpPr>
          <p:nvPr/>
        </p:nvSpPr>
        <p:spPr>
          <a:xfrm>
            <a:off x="708891" y="1213137"/>
            <a:ext cx="10515600" cy="1060363"/>
          </a:xfrm>
          <a:prstGeom prst="rect">
            <a:avLst/>
          </a:prstGeom>
        </p:spPr>
        <p:txBody>
          <a:bodyPr vert="horz" lIns="91440" tIns="45720" rIns="91440" bIns="45720" rtlCol="0" anchor="ctr">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IN" sz="3200" b="1" dirty="0">
                <a:solidFill>
                  <a:srgbClr val="002060"/>
                </a:solidFill>
                <a:latin typeface="Times New Roman" panose="02020603050405020304" pitchFamily="18" charset="0"/>
                <a:ea typeface="+mn-ea"/>
                <a:cs typeface="Times New Roman" panose="02020603050405020304" pitchFamily="18" charset="0"/>
              </a:rPr>
              <a:t>Department of Computer Science and Engineering </a:t>
            </a:r>
          </a:p>
          <a:p>
            <a:r>
              <a:rPr lang="en-IN" sz="3200" b="1" dirty="0">
                <a:solidFill>
                  <a:srgbClr val="002060"/>
                </a:solidFill>
                <a:latin typeface="Times New Roman" panose="02020603050405020304" pitchFamily="18" charset="0"/>
                <a:ea typeface="+mn-ea"/>
                <a:cs typeface="Times New Roman" panose="02020603050405020304" pitchFamily="18" charset="0"/>
              </a:rPr>
              <a:t>(Cyber Security)</a:t>
            </a:r>
          </a:p>
        </p:txBody>
      </p:sp>
      <p:pic>
        <p:nvPicPr>
          <p:cNvPr id="4" name="Picture 3">
            <a:extLst>
              <a:ext uri="{FF2B5EF4-FFF2-40B4-BE49-F238E27FC236}">
                <a16:creationId xmlns:a16="http://schemas.microsoft.com/office/drawing/2014/main" id="{E12ABC60-AF57-3F89-6270-EF5EDC1DC02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31339" y="194915"/>
            <a:ext cx="2689499" cy="868776"/>
          </a:xfrm>
          <a:prstGeom prst="rect">
            <a:avLst/>
          </a:prstGeom>
        </p:spPr>
      </p:pic>
    </p:spTree>
    <p:extLst>
      <p:ext uri="{BB962C8B-B14F-4D97-AF65-F5344CB8AC3E}">
        <p14:creationId xmlns:p14="http://schemas.microsoft.com/office/powerpoint/2010/main" val="4233139276"/>
      </p:ext>
    </p:extLst>
  </p:cSld>
  <p:clrMapOvr>
    <a:overrideClrMapping bg1="lt1" tx1="dk1" bg2="lt2" tx2="dk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0">
          <a:blip r:embed="rId3"/>
          <a:srcRect/>
          <a:tile tx="0" ty="0" sx="100000" sy="100000" flip="none" algn="tl"/>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8E018A-016D-CA20-9228-A14BE7D00458}"/>
              </a:ext>
            </a:extLst>
          </p:cNvPr>
          <p:cNvSpPr>
            <a:spLocks noGrp="1"/>
          </p:cNvSpPr>
          <p:nvPr>
            <p:ph type="title"/>
          </p:nvPr>
        </p:nvSpPr>
        <p:spPr/>
        <p:txBody>
          <a:bodyPr/>
          <a:lstStyle/>
          <a:p>
            <a:r>
              <a:rPr lang="en-IN" sz="3200" b="1" dirty="0">
                <a:solidFill>
                  <a:schemeClr val="accent6">
                    <a:lumMod val="75000"/>
                  </a:schemeClr>
                </a:solidFill>
                <a:latin typeface="Times New Roman" panose="02020603050405020304" pitchFamily="18" charset="0"/>
                <a:cs typeface="Times New Roman" panose="02020603050405020304" pitchFamily="18" charset="0"/>
              </a:rPr>
              <a:t>ABSTRACT</a:t>
            </a:r>
            <a:endParaRPr lang="en-IN" sz="2800" dirty="0">
              <a:solidFill>
                <a:schemeClr val="accent6">
                  <a:lumMod val="75000"/>
                </a:schemeClr>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01F36FF0-FD4A-EE78-6CA2-4ADCB6BA1B65}"/>
              </a:ext>
            </a:extLst>
          </p:cNvPr>
          <p:cNvSpPr>
            <a:spLocks noGrp="1"/>
          </p:cNvSpPr>
          <p:nvPr>
            <p:ph idx="1"/>
          </p:nvPr>
        </p:nvSpPr>
        <p:spPr>
          <a:xfrm>
            <a:off x="755651" y="1838960"/>
            <a:ext cx="10668000" cy="4180840"/>
          </a:xfrm>
        </p:spPr>
        <p:txBody>
          <a:bodyPr/>
          <a:lstStyle/>
          <a:p>
            <a:r>
              <a:rPr lang="en-IN" sz="2000" b="1" dirty="0"/>
              <a:t>Campus dining and online pre-ordering</a:t>
            </a:r>
            <a:endParaRPr lang="en-IN" sz="2000" dirty="0"/>
          </a:p>
          <a:p>
            <a:pPr lvl="0"/>
            <a:r>
              <a:rPr lang="en-IN" sz="2000" dirty="0"/>
              <a:t>Canteens on busy campuses serve hundreds of students during short lunch breaks, and long queues cost valuable study time.</a:t>
            </a:r>
          </a:p>
          <a:p>
            <a:pPr lvl="0"/>
            <a:r>
              <a:rPr lang="en-IN" sz="2000" dirty="0"/>
              <a:t>Online food-ordering systems let users browse menus, place orders in advance, and collect food without waiting in line.</a:t>
            </a:r>
          </a:p>
          <a:p>
            <a:pPr lvl="0"/>
            <a:r>
              <a:rPr lang="en-IN" sz="2000" dirty="0"/>
              <a:t>Web applications combine such interactive interfaces with backend services and databases that store orders and user activity securely.</a:t>
            </a:r>
          </a:p>
          <a:p>
            <a:pPr lvl="0"/>
            <a:r>
              <a:rPr lang="en-IN" sz="2000" dirty="0" err="1" b="1"/>
              <a:t>QueueZero</a:t>
            </a:r>
            <a:r>
              <a:rPr lang="en-IN" sz="2000" dirty="0" err="1"/>
              <a:t> brings these ideas together by letting students pre-order meals, reserve pickup slots, and rate the food they receive.</a:t>
            </a:r>
          </a:p>
          <a:p>
            <a:pPr marL="0" indent="0" algn="just">
              <a:buNone/>
            </a:pP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58386993"/>
      </p:ext>
    </p:extLst>
  </p:cSld>
  <p:clrMapOvr>
    <a:overrideClrMapping bg1="lt1" tx1="dk1" bg2="lt2" tx2="dk2" accent1="accent1" accent2="accent2" accent3="accent3" accent4="accent4" accent5="accent5" accent6="accent6" hlink="hlink" folHlink="folHlink"/>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0">
          <a:blip r:embed="rId3"/>
          <a:srcRect/>
          <a:tile tx="0" ty="0" sx="100000" sy="100000" flip="none" algn="tl"/>
        </a:blipFill>
        <a:effectLst/>
      </p:bgPr>
    </p:bg>
    <p:spTree>
      <p:nvGrpSpPr>
        <p:cNvPr id="1" name="">
          <a:extLst>
            <a:ext uri="{FF2B5EF4-FFF2-40B4-BE49-F238E27FC236}">
              <a16:creationId xmlns:a16="http://schemas.microsoft.com/office/drawing/2014/main" id="{DE721B2E-B8C7-05B9-5F04-C112E1E342F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C1ED4AC-7B43-3850-D243-BCD132E2C20C}"/>
              </a:ext>
            </a:extLst>
          </p:cNvPr>
          <p:cNvSpPr>
            <a:spLocks noGrp="1"/>
          </p:cNvSpPr>
          <p:nvPr>
            <p:ph type="title"/>
          </p:nvPr>
        </p:nvSpPr>
        <p:spPr/>
        <p:txBody>
          <a:bodyPr/>
          <a:lstStyle/>
          <a:p>
            <a:r>
              <a:rPr lang="en-IN" altLang="en-US" sz="3200" b="1" dirty="0">
                <a:solidFill>
                  <a:schemeClr val="accent6">
                    <a:lumMod val="75000"/>
                  </a:schemeClr>
                </a:solidFill>
                <a:latin typeface="Times New Roman" panose="02020603050405020304" pitchFamily="18" charset="0"/>
                <a:cs typeface="Times New Roman" panose="02020603050405020304" pitchFamily="18" charset="0"/>
              </a:rPr>
              <a:t>PROBLEM STATEMENT / OBJECTIVE</a:t>
            </a:r>
            <a:endParaRPr lang="en-IN" sz="2800" dirty="0">
              <a:solidFill>
                <a:schemeClr val="accent6">
                  <a:lumMod val="75000"/>
                </a:schemeClr>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A3A5961F-8A9B-F95A-BB8A-355C5A48346A}"/>
              </a:ext>
            </a:extLst>
          </p:cNvPr>
          <p:cNvSpPr>
            <a:spLocks noGrp="1"/>
          </p:cNvSpPr>
          <p:nvPr>
            <p:ph idx="1"/>
          </p:nvPr>
        </p:nvSpPr>
        <p:spPr/>
        <p:txBody>
          <a:bodyPr/>
          <a:lstStyle/>
          <a:p>
            <a:r>
              <a:rPr lang="en-IN" sz="2000" b="1" dirty="0"/>
              <a:t>Problem statement:</a:t>
            </a:r>
            <a:br>
              <a:rPr lang="en-IN" sz="2000" dirty="0"/>
            </a:br>
            <a:r>
              <a:rPr lang="en-IN" sz="2000" dirty="0"/>
              <a:t>Students often waste long lunch breaks waiting in canteen queues, and printed menus rarely show what is actually available. Canteen staff also have no direct way to collect feedback on food quality.</a:t>
            </a:r>
          </a:p>
          <a:p>
            <a:r>
              <a:rPr lang="en-IN" sz="2000" b="1" dirty="0"/>
              <a:t>Objectives:</a:t>
            </a:r>
            <a:endParaRPr lang="en-IN" sz="2000" dirty="0"/>
          </a:p>
          <a:p>
            <a:pPr lvl="0"/>
            <a:r>
              <a:rPr lang="en-IN" sz="2000" dirty="0"/>
              <a:t>Build a web application that lets students browse the daily canteen menu and pre-order meals.</a:t>
            </a:r>
          </a:p>
          <a:p>
            <a:pPr lvl="0"/>
            <a:r>
              <a:rPr lang="en-IN" sz="2000" dirty="0"/>
              <a:t>Allow users to reserve pickup time slots and place orders before reaching the counter.</a:t>
            </a:r>
          </a:p>
          <a:p>
            <a:pPr lvl="0"/>
            <a:r>
              <a:rPr lang="en-IN" sz="2000" dirty="0"/>
              <a:t>Give canteen staff a dashboard to update the menu, mark items unavailable, and manage incoming orders.</a:t>
            </a:r>
          </a:p>
          <a:p>
            <a:pPr lvl="0"/>
            <a:r>
              <a:rPr lang="en-IN" sz="2000" dirty="0"/>
              <a:t>Track order status from placement to pickup and record ratings for each completed order.</a:t>
            </a:r>
          </a:p>
          <a:p>
            <a:pPr lvl="0"/>
            <a:r>
              <a:rPr lang="en-IN" sz="2000" dirty="0"/>
              <a:t>Provide user accounts and protect personal data through server-side authorization.</a:t>
            </a:r>
          </a:p>
          <a:p>
            <a:pPr marL="0" indent="0" algn="just">
              <a:buNone/>
            </a:pP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52642903"/>
      </p:ext>
    </p:extLst>
  </p:cSld>
  <p:clrMapOvr>
    <a:overrideClrMapping bg1="lt1" tx1="dk1" bg2="lt2" tx2="dk2" accent1="accent1" accent2="accent2" accent3="accent3" accent4="accent4" accent5="accent5" accent6="accent6" hlink="hlink" folHlink="folHlink"/>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0">
          <a:blip r:embed="rId3"/>
          <a:srcRect/>
          <a:tile tx="0" ty="0" sx="100000" sy="100000" flip="none" algn="tl"/>
        </a:blipFill>
        <a:effectLst/>
      </p:bgPr>
    </p:bg>
    <p:spTree>
      <p:nvGrpSpPr>
        <p:cNvPr id="1" name="">
          <a:extLst>
            <a:ext uri="{FF2B5EF4-FFF2-40B4-BE49-F238E27FC236}">
              <a16:creationId xmlns:a16="http://schemas.microsoft.com/office/drawing/2014/main" id="{F757CF5D-142D-473C-E195-36EB23B9939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55ED407-BAD9-643C-0875-B881EC2A5E38}"/>
              </a:ext>
            </a:extLst>
          </p:cNvPr>
          <p:cNvSpPr>
            <a:spLocks noGrp="1"/>
          </p:cNvSpPr>
          <p:nvPr>
            <p:ph type="title"/>
          </p:nvPr>
        </p:nvSpPr>
        <p:spPr/>
        <p:txBody>
          <a:bodyPr/>
          <a:lstStyle/>
          <a:p>
            <a:r>
              <a:rPr lang="en-US" sz="3200" b="1" dirty="0">
                <a:solidFill>
                  <a:schemeClr val="accent6">
                    <a:lumMod val="75000"/>
                  </a:schemeClr>
                </a:solidFill>
                <a:latin typeface="Times New Roman" panose="02020603050405020304" pitchFamily="18" charset="0"/>
                <a:cs typeface="Times New Roman" panose="02020603050405020304" pitchFamily="18" charset="0"/>
              </a:rPr>
              <a:t>TOOLS, TECHNOLOGIES AND IMPLEMENTATION</a:t>
            </a:r>
            <a:endParaRPr lang="en-IN" sz="2800" dirty="0">
              <a:solidFill>
                <a:schemeClr val="accent6">
                  <a:lumMod val="75000"/>
                </a:schemeClr>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FB7F5649-1329-E9A0-92EE-5156008061E1}"/>
              </a:ext>
            </a:extLst>
          </p:cNvPr>
          <p:cNvSpPr>
            <a:spLocks noGrp="1"/>
          </p:cNvSpPr>
          <p:nvPr>
            <p:ph idx="1"/>
          </p:nvPr>
        </p:nvSpPr>
        <p:spPr/>
        <p:txBody>
          <a:bodyPr/>
          <a:lstStyle/>
          <a:p>
            <a:pPr marL="0" indent="0">
              <a:buNone/>
            </a:pPr>
            <a:endParaRPr lang="en-IN" sz="2000" dirty="0"/>
          </a:p>
          <a:p>
            <a:pPr lvl="0"/>
            <a:r>
              <a:rPr lang="en-IN" sz="2000" b="1" dirty="0"/>
              <a:t>Frontend:</a:t>
            </a:r>
            <a:r>
              <a:rPr lang="en-IN" sz="2000" dirty="0"/>
              <a:t>– React, Vite, React Router, Bootstrap 5, Lucide React</a:t>
            </a:r>
          </a:p>
          <a:p>
            <a:pPr lvl="0"/>
            <a:r>
              <a:rPr lang="en-IN" sz="2000" b="1" dirty="0"/>
              <a:t>Backend:</a:t>
            </a:r>
            <a:r>
              <a:rPr lang="en-IN" sz="2000" dirty="0"/>
              <a:t>– PHP JSON REST API, PDO</a:t>
            </a:r>
          </a:p>
          <a:p>
            <a:pPr lvl="0"/>
            <a:r>
              <a:rPr lang="en-IN" sz="2000" b="1" dirty="0"/>
              <a:t>Database:</a:t>
            </a:r>
            <a:r>
              <a:rPr lang="en-IN" sz="2000" dirty="0"/>
              <a:t>– MySQL</a:t>
            </a:r>
          </a:p>
          <a:p>
            <a:pPr lvl="0"/>
            <a:r>
              <a:rPr lang="en-IN" sz="2000" b="1" dirty="0"/>
              <a:t>Testing:</a:t>
            </a:r>
            <a:r>
              <a:rPr lang="en-IN" sz="2000" dirty="0"/>
              <a:t>– Node.js API smoke test</a:t>
            </a:r>
          </a:p>
          <a:p>
            <a:pPr marL="0" marR="0" lvl="0" indent="0" algn="l" defTabSz="914400" rtl="0" eaLnBrk="0" fontAlgn="base" latinLnBrk="0" hangingPunct="0">
              <a:lnSpc>
                <a:spcPct val="100000"/>
              </a:lnSpc>
              <a:spcBef>
                <a:spcPct val="20000"/>
              </a:spcBef>
              <a:spcAft>
                <a:spcPct val="0"/>
              </a:spcAft>
              <a:buClr>
                <a:srgbClr val="CC0000"/>
              </a:buClr>
              <a:buSzTx/>
              <a:buNone/>
              <a:tabLst/>
              <a:defRPr/>
            </a:pPr>
            <a:endParaRPr kumimoji="0" lang="en-IN" altLang="en-US" sz="24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endParaRPr>
          </a:p>
          <a:p>
            <a:pPr marL="0" indent="0">
              <a:buNone/>
            </a:pP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17216387"/>
      </p:ext>
    </p:extLst>
  </p:cSld>
  <p:clrMapOvr>
    <a:overrideClrMapping bg1="lt1" tx1="dk1" bg2="lt2" tx2="dk2" accent1="accent1" accent2="accent2" accent3="accent3" accent4="accent4" accent5="accent5" accent6="accent6" hlink="hlink" folHlink="folHlink"/>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0">
          <a:blip r:embed="rId3"/>
          <a:srcRect/>
          <a:tile tx="0" ty="0" sx="100000" sy="100000" flip="none" algn="tl"/>
        </a:blipFill>
        <a:effectLst/>
      </p:bgPr>
    </p:bg>
    <p:spTree>
      <p:nvGrpSpPr>
        <p:cNvPr id="1" name="">
          <a:extLst>
            <a:ext uri="{FF2B5EF4-FFF2-40B4-BE49-F238E27FC236}">
              <a16:creationId xmlns:a16="http://schemas.microsoft.com/office/drawing/2014/main" id="{03009753-C4D8-9F9F-5F3B-413B1F1F1F2B}"/>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ED7CCD7-6301-746C-76DD-6268EF867F44}"/>
              </a:ext>
            </a:extLst>
          </p:cNvPr>
          <p:cNvSpPr>
            <a:spLocks noGrp="1"/>
          </p:cNvSpPr>
          <p:nvPr>
            <p:ph idx="1"/>
          </p:nvPr>
        </p:nvSpPr>
        <p:spPr>
          <a:xfrm>
            <a:off x="634353" y="1474237"/>
            <a:ext cx="10668000" cy="4788159"/>
          </a:xfrm>
        </p:spPr>
        <p:txBody>
          <a:bodyPr/>
          <a:lstStyle/>
          <a:p>
            <a:pPr marL="0" marR="0" lvl="0" indent="0" algn="l" defTabSz="914400" rtl="0" eaLnBrk="0" fontAlgn="base" latinLnBrk="0" hangingPunct="0">
              <a:lnSpc>
                <a:spcPct val="100000"/>
              </a:lnSpc>
              <a:spcBef>
                <a:spcPct val="20000"/>
              </a:spcBef>
              <a:spcAft>
                <a:spcPct val="0"/>
              </a:spcAft>
              <a:buClr>
                <a:srgbClr val="CC0000"/>
              </a:buClr>
              <a:buSzTx/>
              <a:buNone/>
              <a:tabLst/>
              <a:defRPr/>
            </a:pPr>
            <a:endParaRPr kumimoji="0" lang="en-IN" altLang="en-US" sz="24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endParaRPr>
          </a:p>
          <a:p>
            <a:r>
              <a:rPr lang="en-IN" sz="2000" b="1" dirty="0"/>
              <a:t>Implementation</a:t>
            </a:r>
            <a:endParaRPr lang="en-IN" sz="2000" dirty="0"/>
          </a:p>
          <a:p>
            <a:pPr lvl="0"/>
            <a:r>
              <a:rPr lang="en-IN" sz="2000" dirty="0"/>
              <a:t>Students register and log in to browse the menu, build a cart, and place pre-orders.</a:t>
            </a:r>
          </a:p>
          <a:p>
            <a:pPr lvl="0"/>
            <a:r>
              <a:rPr lang="en-IN" sz="2000" dirty="0"/>
              <a:t>The React frontend sends authenticated requests to the PHP API.</a:t>
            </a:r>
          </a:p>
          <a:p>
            <a:pPr lvl="0"/>
            <a:r>
              <a:rPr lang="en-IN" sz="2000" dirty="0"/>
              <a:t>MySQL stores users, menu items, orders, pickup slots, ratings, and staff accounts.</a:t>
            </a:r>
          </a:p>
          <a:p>
            <a:pPr lvl="0"/>
            <a:r>
              <a:rPr lang="en-IN" sz="2000" dirty="0"/>
              <a:t>Each order moves through clear stages: </a:t>
            </a:r>
            <a:r>
              <a:rPr lang="en-IN" sz="2000" dirty="0" b="1"/>
              <a:t>Placed – Preparing – Ready – Picked Up</a:t>
            </a:r>
            <a:r>
              <a:rPr lang="en-IN" sz="2000" dirty="0"/>
              <a:t>, so students always know when to collect their food.</a:t>
            </a:r>
          </a:p>
          <a:p>
            <a:pPr lvl="0"/>
            <a:r>
              <a:rPr lang="en-IN" sz="2000" dirty="0"/>
              <a:t>Additional features include pickup slot booking, order history, a staff dashboard, food ratings and reviews, and a daily sales summary.</a:t>
            </a:r>
          </a:p>
          <a:p>
            <a:pPr marL="0" indent="0">
              <a:buNone/>
            </a:pPr>
            <a:endParaRPr lang="en-IN" sz="2400" dirty="0">
              <a:latin typeface="Times New Roman" panose="02020603050405020304" pitchFamily="18" charset="0"/>
              <a:cs typeface="Times New Roman" panose="02020603050405020304" pitchFamily="18" charset="0"/>
            </a:endParaRPr>
          </a:p>
        </p:txBody>
      </p:sp>
      <p:sp>
        <p:nvSpPr>
          <p:cNvPr id="4" name="Title 1">
            <a:extLst>
              <a:ext uri="{FF2B5EF4-FFF2-40B4-BE49-F238E27FC236}">
                <a16:creationId xmlns:a16="http://schemas.microsoft.com/office/drawing/2014/main" id="{497ECB0A-8993-26DE-FF14-E991AA7BC4A9}"/>
              </a:ext>
            </a:extLst>
          </p:cNvPr>
          <p:cNvSpPr>
            <a:spLocks noGrp="1"/>
          </p:cNvSpPr>
          <p:nvPr>
            <p:ph type="title"/>
          </p:nvPr>
        </p:nvSpPr>
        <p:spPr>
          <a:xfrm>
            <a:off x="762000" y="342124"/>
            <a:ext cx="10668000" cy="1216025"/>
          </a:xfrm>
        </p:spPr>
        <p:txBody>
          <a:bodyPr/>
          <a:lstStyle/>
          <a:p>
            <a:r>
              <a:rPr lang="en-US" sz="3200" b="1" dirty="0">
                <a:solidFill>
                  <a:schemeClr val="accent6">
                    <a:lumMod val="75000"/>
                  </a:schemeClr>
                </a:solidFill>
                <a:latin typeface="Times New Roman" panose="02020603050405020304" pitchFamily="18" charset="0"/>
                <a:cs typeface="Times New Roman" panose="02020603050405020304" pitchFamily="18" charset="0"/>
              </a:rPr>
              <a:t>TOOLS, TECHNOLOGIES AND IMPLEMENTATION</a:t>
            </a:r>
            <a:endParaRPr lang="en-IN" sz="2800" dirty="0">
              <a:solidFill>
                <a:schemeClr val="accent6">
                  <a:lumMod val="75000"/>
                </a:schemeClr>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51030746"/>
      </p:ext>
    </p:extLst>
  </p:cSld>
  <p:clrMapOvr>
    <a:overrideClrMapping bg1="lt1" tx1="dk1" bg2="lt2" tx2="dk2" accent1="accent1" accent2="accent2" accent3="accent3" accent4="accent4" accent5="accent5" accent6="accent6" hlink="hlink" folHlink="folHlink"/>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0ACDF4-57F7-6613-5DCA-4815453EAE0F}"/>
              </a:ext>
            </a:extLst>
          </p:cNvPr>
          <p:cNvSpPr>
            <a:spLocks noGrp="1"/>
          </p:cNvSpPr>
          <p:nvPr>
            <p:ph type="title"/>
          </p:nvPr>
        </p:nvSpPr>
        <p:spPr/>
        <p:txBody>
          <a:bodyPr/>
          <a:lstStyle/>
          <a:p>
            <a:r>
              <a:rPr lang="en-IN" b="1" dirty="0">
                <a:solidFill>
                  <a:schemeClr val="accent6">
                    <a:lumMod val="50000"/>
                  </a:schemeClr>
                </a:solidFill>
                <a:latin typeface="Times New Roman" panose="02020603050405020304" pitchFamily="18" charset="0"/>
                <a:cs typeface="Times New Roman" panose="02020603050405020304" pitchFamily="18" charset="0"/>
              </a:rPr>
              <a:t>PROJECT OUTCOME</a:t>
            </a:r>
          </a:p>
        </p:txBody>
      </p:sp>
      <p:sp>
        <p:nvSpPr>
          <p:cNvPr id="3" name="Content Placeholder 2">
            <a:extLst>
              <a:ext uri="{FF2B5EF4-FFF2-40B4-BE49-F238E27FC236}">
                <a16:creationId xmlns:a16="http://schemas.microsoft.com/office/drawing/2014/main" id="{DE884916-1F35-924A-92B5-2F3A844693C9}"/>
              </a:ext>
            </a:extLst>
          </p:cNvPr>
          <p:cNvSpPr>
            <a:spLocks noGrp="1"/>
          </p:cNvSpPr>
          <p:nvPr>
            <p:ph idx="1"/>
          </p:nvPr>
        </p:nvSpPr>
        <p:spPr/>
        <p:txBody>
          <a:bodyPr/>
          <a:lstStyle/>
          <a:p>
            <a:pPr lvl="0"/>
            <a:r>
              <a:rPr lang="en-IN" sz="2000" dirty="0"/>
              <a:t>Developed </a:t>
            </a:r>
            <a:r>
              <a:rPr lang="en-IN" sz="2000" dirty="0" b="1"/>
              <a:t>QueueZero</a:t>
            </a:r>
            <a:r>
              <a:rPr lang="en-IN" sz="2000" dirty="0"/>
              <a:t>, a full-stack campus canteen pre-ordering application.</a:t>
            </a:r>
          </a:p>
          <a:p>
            <a:pPr lvl="0"/>
            <a:r>
              <a:rPr lang="en-IN" sz="2000" dirty="0"/>
              <a:t>Implemented menu browsing, cart management, slot booking, order tracking, and ratings.</a:t>
            </a:r>
          </a:p>
          <a:p>
            <a:pPr lvl="0"/>
            <a:r>
              <a:rPr lang="en-IN" sz="2000" dirty="0"/>
              <a:t>Added a staff dashboard for menu updates, availability control, and order preparation.</a:t>
            </a:r>
          </a:p>
          <a:p>
            <a:pPr lvl="0"/>
            <a:r>
              <a:rPr lang="en-IN" sz="2000" dirty="0"/>
              <a:t>Practiced integrating a React frontend, PHP API, and MySQL database.</a:t>
            </a:r>
          </a:p>
          <a:p>
            <a:pPr lvl="0"/>
            <a:r>
              <a:rPr lang="en-IN" sz="2000" dirty="0"/>
              <a:t>Applied authentication, input validation, and persistent data storage.</a:t>
            </a:r>
          </a:p>
          <a:p>
            <a:pPr lvl="0"/>
            <a:r>
              <a:rPr lang="en-IN" sz="2000" b="1" dirty="0"/>
              <a:t>Outcome:</a:t>
            </a:r>
            <a:r>
              <a:rPr lang="en-IN" sz="2000" dirty="0"/>
              <a:t> A working project that shows how online pre-ordering can reduce canteen queues and improve meal-service feedback.</a:t>
            </a:r>
          </a:p>
          <a:p>
            <a:endParaRPr lang="en-IN" dirty="0"/>
          </a:p>
        </p:txBody>
      </p:sp>
      <p:sp>
        <p:nvSpPr>
          <p:cNvPr id="4" name="Date Placeholder 3">
            <a:extLst>
              <a:ext uri="{FF2B5EF4-FFF2-40B4-BE49-F238E27FC236}">
                <a16:creationId xmlns:a16="http://schemas.microsoft.com/office/drawing/2014/main" id="{316BF6F0-C2FC-7E7A-1409-2BEC9DAFE0AD}"/>
              </a:ext>
            </a:extLst>
          </p:cNvPr>
          <p:cNvSpPr>
            <a:spLocks noGrp="1"/>
          </p:cNvSpPr>
          <p:nvPr>
            <p:ph type="dt" sz="half" idx="10"/>
          </p:nvPr>
        </p:nvSpPr>
        <p:spPr/>
        <p:txBody>
          <a:bodyPr/>
          <a:lstStyle/>
          <a:p>
            <a:pPr>
              <a:defRPr/>
            </a:pPr>
            <a:r>
              <a:rPr lang="en-US"/>
              <a:t>CS19811-Phase-II-Final Viva</a:t>
            </a:r>
            <a:endParaRPr lang="en-US" dirty="0"/>
          </a:p>
        </p:txBody>
      </p:sp>
      <p:sp>
        <p:nvSpPr>
          <p:cNvPr id="5" name="Footer Placeholder 4">
            <a:extLst>
              <a:ext uri="{FF2B5EF4-FFF2-40B4-BE49-F238E27FC236}">
                <a16:creationId xmlns:a16="http://schemas.microsoft.com/office/drawing/2014/main" id="{F983EB00-D66F-F5F0-DE9B-EBE9EF01F7F3}"/>
              </a:ext>
            </a:extLst>
          </p:cNvPr>
          <p:cNvSpPr>
            <a:spLocks noGrp="1"/>
          </p:cNvSpPr>
          <p:nvPr>
            <p:ph type="ftr" sz="quarter" idx="11"/>
          </p:nvPr>
        </p:nvSpPr>
        <p:spPr/>
        <p:txBody>
          <a:bodyPr/>
          <a:lstStyle/>
          <a:p>
            <a:pPr>
              <a:defRPr/>
            </a:pPr>
            <a:r>
              <a:rPr lang="en-US"/>
              <a:t>Department of Computer Science and Engineering</a:t>
            </a:r>
          </a:p>
        </p:txBody>
      </p:sp>
      <p:sp>
        <p:nvSpPr>
          <p:cNvPr id="6" name="Slide Number Placeholder 5">
            <a:extLst>
              <a:ext uri="{FF2B5EF4-FFF2-40B4-BE49-F238E27FC236}">
                <a16:creationId xmlns:a16="http://schemas.microsoft.com/office/drawing/2014/main" id="{97CE0F71-280C-D713-B596-AD92732E46F4}"/>
              </a:ext>
            </a:extLst>
          </p:cNvPr>
          <p:cNvSpPr>
            <a:spLocks noGrp="1"/>
          </p:cNvSpPr>
          <p:nvPr>
            <p:ph type="sldNum" sz="quarter" idx="12"/>
          </p:nvPr>
        </p:nvSpPr>
        <p:spPr/>
        <p:txBody>
          <a:bodyPr/>
          <a:lstStyle/>
          <a:p>
            <a:pPr>
              <a:defRPr/>
            </a:pPr>
            <a:fld id="{BDC2143B-610F-499C-A392-DFFBE135A7B2}" type="slidenum">
              <a:rPr lang="en-US" altLang="en-US" smtClean="0"/>
              <a:pPr>
                <a:defRPr/>
              </a:pPr>
              <a:t>6</a:t>
            </a:fld>
            <a:endParaRPr lang="en-US" altLang="en-US"/>
          </a:p>
        </p:txBody>
      </p:sp>
    </p:spTree>
    <p:extLst>
      <p:ext uri="{BB962C8B-B14F-4D97-AF65-F5344CB8AC3E}">
        <p14:creationId xmlns:p14="http://schemas.microsoft.com/office/powerpoint/2010/main" val="230567640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E34088EE-409A-43D4-40D1-E46BE8E6B81A}"/>
              </a:ext>
            </a:extLst>
          </p:cNvPr>
          <p:cNvSpPr txBox="1"/>
          <p:nvPr/>
        </p:nvSpPr>
        <p:spPr>
          <a:xfrm>
            <a:off x="690465" y="979715"/>
            <a:ext cx="7865706" cy="584775"/>
          </a:xfrm>
          <a:prstGeom prst="rect">
            <a:avLst/>
          </a:prstGeom>
          <a:noFill/>
        </p:spPr>
        <p:txBody>
          <a:bodyPr wrap="square" rtlCol="0">
            <a:spAutoFit/>
          </a:bodyPr>
          <a:lstStyle/>
          <a:p>
            <a:r>
              <a:rPr lang="en-IN" sz="3200" b="1" dirty="0">
                <a:solidFill>
                  <a:schemeClr val="accent6">
                    <a:lumMod val="75000"/>
                  </a:schemeClr>
                </a:solidFill>
                <a:latin typeface="Times New Roman" panose="02020603050405020304" pitchFamily="18" charset="0"/>
                <a:cs typeface="Times New Roman" panose="02020603050405020304" pitchFamily="18" charset="0"/>
              </a:rPr>
              <a:t>FUTURE WORKS</a:t>
            </a:r>
          </a:p>
        </p:txBody>
      </p:sp>
      <p:sp>
        <p:nvSpPr>
          <p:cNvPr id="3" name="TextBox 2">
            <a:extLst>
              <a:ext uri="{FF2B5EF4-FFF2-40B4-BE49-F238E27FC236}">
                <a16:creationId xmlns:a16="http://schemas.microsoft.com/office/drawing/2014/main" id="{9DFB9FE7-8273-A288-BEF3-1CCAFFA3A020}"/>
              </a:ext>
            </a:extLst>
          </p:cNvPr>
          <p:cNvSpPr txBox="1"/>
          <p:nvPr/>
        </p:nvSpPr>
        <p:spPr>
          <a:xfrm>
            <a:off x="802432" y="1940768"/>
            <a:ext cx="10459617" cy="3754874"/>
          </a:xfrm>
          <a:prstGeom prst="rect">
            <a:avLst/>
          </a:prstGeom>
          <a:noFill/>
        </p:spPr>
        <p:txBody>
          <a:bodyPr wrap="square" rtlCol="0">
            <a:spAutoFit/>
          </a:bodyPr>
          <a:lstStyle/>
          <a:p>
            <a:pPr marL="285750" lvl="0" indent="-285750">
              <a:buFont typeface="Wingdings" panose="05000000000000000000" pitchFamily="2" charset="2"/>
              <a:buChar char="q"/>
            </a:pPr>
            <a:r>
              <a:rPr lang="en-IN" sz="2000" dirty="0"/>
              <a:t>Develop a </a:t>
            </a:r>
            <a:r>
              <a:rPr lang="en-IN" sz="2000" dirty="0" b="1"/>
              <a:t>mobile-friendly app or Progressive Web App (PWA)</a:t>
            </a:r>
            <a:r>
              <a:rPr lang="en-IN" sz="2000" dirty="0"/>
              <a:t> with offline menu access.</a:t>
            </a:r>
          </a:p>
          <a:p>
            <a:pPr marL="285750" lvl="0" indent="-285750">
              <a:buFont typeface="Wingdings" panose="05000000000000000000" pitchFamily="2" charset="2"/>
              <a:buChar char="q"/>
            </a:pPr>
            <a:r>
              <a:rPr lang="en-IN" sz="2000" dirty="0"/>
              <a:t>Add </a:t>
            </a:r>
            <a:r>
              <a:rPr lang="en-IN" sz="2000" dirty="0" b="1"/>
              <a:t>push notifications for order-ready alerts</a:t>
            </a:r>
            <a:r>
              <a:rPr lang="en-IN" sz="2000" dirty="0"/>
              <a:t> so students know exactly when to pick up food.</a:t>
            </a:r>
          </a:p>
          <a:p>
            <a:pPr marL="285750" lvl="0" indent="-285750">
              <a:buFont typeface="Wingdings" panose="05000000000000000000" pitchFamily="2" charset="2"/>
              <a:buChar char="q"/>
            </a:pPr>
            <a:r>
              <a:rPr lang="en-IN" sz="2000" dirty="0"/>
              <a:t>Integrate with </a:t>
            </a:r>
            <a:r>
              <a:rPr lang="en-IN" sz="2000" dirty="0" b="1"/>
              <a:t>digital payment gateways</a:t>
            </a:r>
            <a:r>
              <a:rPr lang="en-IN" sz="2000" dirty="0"/>
              <a:t> for cashless checkout.</a:t>
            </a:r>
          </a:p>
          <a:p>
            <a:pPr marL="285750" lvl="0" indent="-285750">
              <a:buFont typeface="Wingdings" panose="05000000000000000000" pitchFamily="2" charset="2"/>
              <a:buChar char="q"/>
            </a:pPr>
            <a:r>
              <a:rPr lang="en-IN" sz="2000" dirty="0"/>
              <a:t>Expand analytics with </a:t>
            </a:r>
            <a:r>
              <a:rPr lang="en-IN" sz="2000" dirty="0" b="1"/>
              <a:t>daily sales reports, peak-hour insights, and popular-item trends</a:t>
            </a:r>
            <a:r>
              <a:rPr lang="en-IN" sz="2000" dirty="0"/>
              <a:t>.</a:t>
            </a:r>
          </a:p>
          <a:p>
            <a:pPr marL="285750" lvl="0" indent="-285750">
              <a:buFont typeface="Wingdings" panose="05000000000000000000" pitchFamily="2" charset="2"/>
              <a:buChar char="q"/>
            </a:pPr>
            <a:r>
              <a:rPr lang="en-IN" sz="2000" dirty="0"/>
              <a:t>Introduce </a:t>
            </a:r>
            <a:r>
              <a:rPr lang="en-IN" sz="2000" dirty="0" b="1"/>
              <a:t>loyalty points and prepaid meal plans</a:t>
            </a:r>
            <a:r>
              <a:rPr lang="en-IN" sz="2000" dirty="0"/>
              <a:t> to support regular customers.</a:t>
            </a:r>
          </a:p>
          <a:p>
            <a:pPr marL="285750" lvl="0" indent="-285750">
              <a:buFont typeface="Wingdings" panose="05000000000000000000" pitchFamily="2" charset="2"/>
              <a:buChar char="q"/>
            </a:pPr>
            <a:r>
              <a:rPr lang="en-IN" sz="2000" dirty="0"/>
              <a:t>Deploy the application to a </a:t>
            </a:r>
            <a:r>
              <a:rPr lang="en-IN" sz="2000" dirty="0" b="1"/>
              <a:t>cloud platform</a:t>
            </a:r>
            <a:r>
              <a:rPr lang="en-IN" sz="2000" dirty="0"/>
              <a:t> for wider campus access.</a:t>
            </a:r>
          </a:p>
          <a:p>
            <a:endParaRPr lang="en-IN" dirty="0"/>
          </a:p>
        </p:txBody>
      </p:sp>
    </p:spTree>
    <p:extLst>
      <p:ext uri="{BB962C8B-B14F-4D97-AF65-F5344CB8AC3E}">
        <p14:creationId xmlns:p14="http://schemas.microsoft.com/office/powerpoint/2010/main" val="227396506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A11F77-6F71-748A-F207-91106868C5BC}"/>
              </a:ext>
            </a:extLst>
          </p:cNvPr>
          <p:cNvSpPr>
            <a:spLocks noGrp="1"/>
          </p:cNvSpPr>
          <p:nvPr>
            <p:ph type="title"/>
          </p:nvPr>
        </p:nvSpPr>
        <p:spPr/>
        <p:txBody>
          <a:bodyPr/>
          <a:lstStyle/>
          <a:p>
            <a:r>
              <a:rPr lang="en-IN" b="1" dirty="0">
                <a:solidFill>
                  <a:schemeClr val="accent6">
                    <a:lumMod val="50000"/>
                  </a:schemeClr>
                </a:solidFill>
                <a:latin typeface="Times New Roman" panose="02020603050405020304" pitchFamily="18" charset="0"/>
                <a:cs typeface="Times New Roman" panose="02020603050405020304" pitchFamily="18" charset="0"/>
              </a:rPr>
              <a:t>CONCLUSION</a:t>
            </a:r>
          </a:p>
        </p:txBody>
      </p:sp>
      <p:sp>
        <p:nvSpPr>
          <p:cNvPr id="3" name="Date Placeholder 2">
            <a:extLst>
              <a:ext uri="{FF2B5EF4-FFF2-40B4-BE49-F238E27FC236}">
                <a16:creationId xmlns:a16="http://schemas.microsoft.com/office/drawing/2014/main" id="{3CB4ACC9-EF40-C3A4-F211-C87115A8A0B4}"/>
              </a:ext>
            </a:extLst>
          </p:cNvPr>
          <p:cNvSpPr>
            <a:spLocks noGrp="1"/>
          </p:cNvSpPr>
          <p:nvPr>
            <p:ph type="dt" sz="half" idx="10"/>
          </p:nvPr>
        </p:nvSpPr>
        <p:spPr/>
        <p:txBody>
          <a:bodyPr/>
          <a:lstStyle/>
          <a:p>
            <a:pPr>
              <a:defRPr/>
            </a:pPr>
            <a:r>
              <a:rPr lang="en-US"/>
              <a:t>CS19811-Phase-II-Final Viva</a:t>
            </a:r>
            <a:endParaRPr lang="en-US" dirty="0"/>
          </a:p>
        </p:txBody>
      </p:sp>
      <p:sp>
        <p:nvSpPr>
          <p:cNvPr id="4" name="Footer Placeholder 3">
            <a:extLst>
              <a:ext uri="{FF2B5EF4-FFF2-40B4-BE49-F238E27FC236}">
                <a16:creationId xmlns:a16="http://schemas.microsoft.com/office/drawing/2014/main" id="{48568E17-765A-3E51-9352-7D1891CE8028}"/>
              </a:ext>
            </a:extLst>
          </p:cNvPr>
          <p:cNvSpPr>
            <a:spLocks noGrp="1"/>
          </p:cNvSpPr>
          <p:nvPr>
            <p:ph type="ftr" sz="quarter" idx="11"/>
          </p:nvPr>
        </p:nvSpPr>
        <p:spPr/>
        <p:txBody>
          <a:bodyPr/>
          <a:lstStyle/>
          <a:p>
            <a:pPr>
              <a:defRPr/>
            </a:pPr>
            <a:r>
              <a:rPr lang="en-US"/>
              <a:t>Department of Computer Science and Engineering</a:t>
            </a:r>
          </a:p>
        </p:txBody>
      </p:sp>
      <p:sp>
        <p:nvSpPr>
          <p:cNvPr id="5" name="Slide Number Placeholder 4">
            <a:extLst>
              <a:ext uri="{FF2B5EF4-FFF2-40B4-BE49-F238E27FC236}">
                <a16:creationId xmlns:a16="http://schemas.microsoft.com/office/drawing/2014/main" id="{77950793-00FA-1DF6-434A-E4C64275736C}"/>
              </a:ext>
            </a:extLst>
          </p:cNvPr>
          <p:cNvSpPr>
            <a:spLocks noGrp="1"/>
          </p:cNvSpPr>
          <p:nvPr>
            <p:ph type="sldNum" sz="quarter" idx="12"/>
          </p:nvPr>
        </p:nvSpPr>
        <p:spPr/>
        <p:txBody>
          <a:bodyPr/>
          <a:lstStyle/>
          <a:p>
            <a:pPr>
              <a:defRPr/>
            </a:pPr>
            <a:fld id="{F583B680-F650-469F-A231-392F163461F6}" type="slidenum">
              <a:rPr lang="en-US" altLang="en-US" smtClean="0"/>
              <a:pPr>
                <a:defRPr/>
              </a:pPr>
              <a:t>8</a:t>
            </a:fld>
            <a:endParaRPr lang="en-US" altLang="en-US"/>
          </a:p>
        </p:txBody>
      </p:sp>
      <p:sp>
        <p:nvSpPr>
          <p:cNvPr id="6" name="TextBox 5">
            <a:extLst>
              <a:ext uri="{FF2B5EF4-FFF2-40B4-BE49-F238E27FC236}">
                <a16:creationId xmlns:a16="http://schemas.microsoft.com/office/drawing/2014/main" id="{8B4D8E8A-A451-FC94-DFDE-C5AEC9DF4067}"/>
              </a:ext>
            </a:extLst>
          </p:cNvPr>
          <p:cNvSpPr txBox="1"/>
          <p:nvPr/>
        </p:nvSpPr>
        <p:spPr>
          <a:xfrm>
            <a:off x="1138335" y="2174032"/>
            <a:ext cx="10021077" cy="2554545"/>
          </a:xfrm>
          <a:prstGeom prst="rect">
            <a:avLst/>
          </a:prstGeom>
          <a:noFill/>
        </p:spPr>
        <p:txBody>
          <a:bodyPr wrap="square" rtlCol="0">
            <a:spAutoFit/>
          </a:bodyPr>
          <a:lstStyle/>
          <a:p>
            <a:pPr marL="285750" indent="-285750">
              <a:buFont typeface="Wingdings" panose="05000000000000000000" pitchFamily="2" charset="2"/>
              <a:buChar char="q"/>
            </a:pPr>
            <a:r>
              <a:rPr lang="en-IN" sz="2000" dirty="0" err="1" b="1"/>
              <a:t>QueueZero</a:t>
            </a:r>
            <a:r>
              <a:rPr lang="en-IN" sz="2000" dirty="0" err="1"/>
              <a:t> transforms the campus canteen experience by combining menu browsing, pre-orders, pickup slots, order tracking, and food ratings in one web application.</a:t>
            </a:r>
          </a:p>
          <a:p>
            <a:pPr marL="285750" indent="-285750">
              <a:buFont typeface="Wingdings" panose="05000000000000000000" pitchFamily="2" charset="2"/>
              <a:buChar char="q"/>
            </a:pPr>
            <a:r>
              <a:rPr lang="en-IN" sz="2000" dirty="0"/>
              <a:t>The project demonstrates a full-stack application built with React, PHP, and MySQL, with features for placing orders, managing meals, and collecting feedback.</a:t>
            </a:r>
          </a:p>
          <a:p>
            <a:pPr marL="285750" indent="-285750">
              <a:buFont typeface="Wingdings" panose="05000000000000000000" pitchFamily="2" charset="2"/>
              <a:buChar char="q"/>
            </a:pPr>
            <a:r>
              <a:rPr lang="en-IN" sz="2000" dirty="0"/>
              <a:t>Overall, </a:t>
            </a:r>
            <a:r>
              <a:rPr lang="en-IN" sz="2000" dirty="0" b="1"/>
              <a:t>QueueZero</a:t>
            </a:r>
            <a:r>
              <a:rPr lang="en-IN" sz="2000" dirty="0"/>
              <a:t> shows how simple web technologies can cut waiting time and make campus dining smoother.</a:t>
            </a:r>
          </a:p>
        </p:txBody>
      </p:sp>
    </p:spTree>
    <p:extLst>
      <p:ext uri="{BB962C8B-B14F-4D97-AF65-F5344CB8AC3E}">
        <p14:creationId xmlns:p14="http://schemas.microsoft.com/office/powerpoint/2010/main" val="1727375252"/>
      </p:ext>
    </p:extLst>
  </p:cSld>
  <p:clrMapOvr>
    <a:masterClrMapping/>
  </p:clrMapOvr>
</p:sld>
</file>

<file path=ppt/theme/theme1.xml><?xml version="1.0" encoding="utf-8"?>
<a:theme xmlns:a="http://schemas.openxmlformats.org/drawingml/2006/main" name="Profile">
  <a:themeElements>
    <a:clrScheme name="Profile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fontScheme name="Profil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Verdana" pitchFamily="34" charset="0"/>
          </a:defRPr>
        </a:defPPr>
      </a:lstStyle>
    </a:lnDef>
  </a:objectDefaults>
  <a:extraClrSchemeLst>
    <a:extraClrScheme>
      <a:clrScheme name="Profile 1">
        <a:dk1>
          <a:srgbClr val="A50021"/>
        </a:dk1>
        <a:lt1>
          <a:srgbClr val="FFFFFF"/>
        </a:lt1>
        <a:dk2>
          <a:srgbClr val="800000"/>
        </a:dk2>
        <a:lt2>
          <a:srgbClr val="FFFFFF"/>
        </a:lt2>
        <a:accent1>
          <a:srgbClr val="FF9900"/>
        </a:accent1>
        <a:accent2>
          <a:srgbClr val="FF3300"/>
        </a:accent2>
        <a:accent3>
          <a:srgbClr val="C0AAAA"/>
        </a:accent3>
        <a:accent4>
          <a:srgbClr val="DADADA"/>
        </a:accent4>
        <a:accent5>
          <a:srgbClr val="FFCAAA"/>
        </a:accent5>
        <a:accent6>
          <a:srgbClr val="E72D00"/>
        </a:accent6>
        <a:hlink>
          <a:srgbClr val="FFFFCC"/>
        </a:hlink>
        <a:folHlink>
          <a:srgbClr val="FFCC99"/>
        </a:folHlink>
      </a:clrScheme>
      <a:clrMap bg1="dk2" tx1="lt1" bg2="dk1" tx2="lt2" accent1="accent1" accent2="accent2" accent3="accent3" accent4="accent4" accent5="accent5" accent6="accent6" hlink="hlink" folHlink="folHlink"/>
    </a:extraClrScheme>
    <a:extraClrScheme>
      <a:clrScheme name="Profile 2">
        <a:dk1>
          <a:srgbClr val="3C001E"/>
        </a:dk1>
        <a:lt1>
          <a:srgbClr val="FFFFFF"/>
        </a:lt1>
        <a:dk2>
          <a:srgbClr val="51072E"/>
        </a:dk2>
        <a:lt2>
          <a:srgbClr val="FFFFFF"/>
        </a:lt2>
        <a:accent1>
          <a:srgbClr val="89A38F"/>
        </a:accent1>
        <a:accent2>
          <a:srgbClr val="666699"/>
        </a:accent2>
        <a:accent3>
          <a:srgbClr val="B3AAAD"/>
        </a:accent3>
        <a:accent4>
          <a:srgbClr val="DADADA"/>
        </a:accent4>
        <a:accent5>
          <a:srgbClr val="C4CEC6"/>
        </a:accent5>
        <a:accent6>
          <a:srgbClr val="5C5C8A"/>
        </a:accent6>
        <a:hlink>
          <a:srgbClr val="808000"/>
        </a:hlink>
        <a:folHlink>
          <a:srgbClr val="666633"/>
        </a:folHlink>
      </a:clrScheme>
      <a:clrMap bg1="dk2" tx1="lt1" bg2="dk1" tx2="lt2" accent1="accent1" accent2="accent2" accent3="accent3" accent4="accent4" accent5="accent5" accent6="accent6" hlink="hlink" folHlink="folHlink"/>
    </a:extraClrScheme>
    <a:extraClrScheme>
      <a:clrScheme name="Profile 3">
        <a:dk1>
          <a:srgbClr val="333333"/>
        </a:dk1>
        <a:lt1>
          <a:srgbClr val="FFFFFF"/>
        </a:lt1>
        <a:dk2>
          <a:srgbClr val="000000"/>
        </a:dk2>
        <a:lt2>
          <a:srgbClr val="FFFFFF"/>
        </a:lt2>
        <a:accent1>
          <a:srgbClr val="3399FF"/>
        </a:accent1>
        <a:accent2>
          <a:srgbClr val="CC0000"/>
        </a:accent2>
        <a:accent3>
          <a:srgbClr val="AAAAAA"/>
        </a:accent3>
        <a:accent4>
          <a:srgbClr val="DADADA"/>
        </a:accent4>
        <a:accent5>
          <a:srgbClr val="ADCAFF"/>
        </a:accent5>
        <a:accent6>
          <a:srgbClr val="B90000"/>
        </a:accent6>
        <a:hlink>
          <a:srgbClr val="666699"/>
        </a:hlink>
        <a:folHlink>
          <a:srgbClr val="6600CC"/>
        </a:folHlink>
      </a:clrScheme>
      <a:clrMap bg1="dk2" tx1="lt1" bg2="dk1" tx2="lt2" accent1="accent1" accent2="accent2" accent3="accent3" accent4="accent4" accent5="accent5" accent6="accent6" hlink="hlink" folHlink="folHlink"/>
    </a:extraClrScheme>
    <a:extraClrScheme>
      <a:clrScheme name="Profile 4">
        <a:dk1>
          <a:srgbClr val="4B3D1B"/>
        </a:dk1>
        <a:lt1>
          <a:srgbClr val="FFFFFF"/>
        </a:lt1>
        <a:dk2>
          <a:srgbClr val="330000"/>
        </a:dk2>
        <a:lt2>
          <a:srgbClr val="FFFFFF"/>
        </a:lt2>
        <a:accent1>
          <a:srgbClr val="CC9900"/>
        </a:accent1>
        <a:accent2>
          <a:srgbClr val="CC6600"/>
        </a:accent2>
        <a:accent3>
          <a:srgbClr val="ADAAAA"/>
        </a:accent3>
        <a:accent4>
          <a:srgbClr val="DADADA"/>
        </a:accent4>
        <a:accent5>
          <a:srgbClr val="E2CAAA"/>
        </a:accent5>
        <a:accent6>
          <a:srgbClr val="B95C00"/>
        </a:accent6>
        <a:hlink>
          <a:srgbClr val="666699"/>
        </a:hlink>
        <a:folHlink>
          <a:srgbClr val="CCCC00"/>
        </a:folHlink>
      </a:clrScheme>
      <a:clrMap bg1="dk2" tx1="lt1" bg2="dk1" tx2="lt2" accent1="accent1" accent2="accent2" accent3="accent3" accent4="accent4" accent5="accent5" accent6="accent6" hlink="hlink" folHlink="folHlink"/>
    </a:extraClrScheme>
    <a:extraClrScheme>
      <a:clrScheme name="Profile 5">
        <a:dk1>
          <a:srgbClr val="006666"/>
        </a:dk1>
        <a:lt1>
          <a:srgbClr val="FFFFFF"/>
        </a:lt1>
        <a:dk2>
          <a:srgbClr val="003366"/>
        </a:dk2>
        <a:lt2>
          <a:srgbClr val="FFFFFF"/>
        </a:lt2>
        <a:accent1>
          <a:srgbClr val="0099CC"/>
        </a:accent1>
        <a:accent2>
          <a:srgbClr val="6666FF"/>
        </a:accent2>
        <a:accent3>
          <a:srgbClr val="AAADB8"/>
        </a:accent3>
        <a:accent4>
          <a:srgbClr val="DADADA"/>
        </a:accent4>
        <a:accent5>
          <a:srgbClr val="AACAE2"/>
        </a:accent5>
        <a:accent6>
          <a:srgbClr val="5C5CE7"/>
        </a:accent6>
        <a:hlink>
          <a:srgbClr val="FFFFCC"/>
        </a:hlink>
        <a:folHlink>
          <a:srgbClr val="FFCC00"/>
        </a:folHlink>
      </a:clrScheme>
      <a:clrMap bg1="dk2" tx1="lt1" bg2="dk1" tx2="lt2" accent1="accent1" accent2="accent2" accent3="accent3" accent4="accent4" accent5="accent5" accent6="accent6" hlink="hlink" folHlink="folHlink"/>
    </a:extraClrScheme>
    <a:extraClrScheme>
      <a:clrScheme name="Profile 6">
        <a:dk1>
          <a:srgbClr val="003366"/>
        </a:dk1>
        <a:lt1>
          <a:srgbClr val="FFFFFF"/>
        </a:lt1>
        <a:dk2>
          <a:srgbClr val="006666"/>
        </a:dk2>
        <a:lt2>
          <a:srgbClr val="FFFFFF"/>
        </a:lt2>
        <a:accent1>
          <a:srgbClr val="6699FF"/>
        </a:accent1>
        <a:accent2>
          <a:srgbClr val="00CCFF"/>
        </a:accent2>
        <a:accent3>
          <a:srgbClr val="AAB8B8"/>
        </a:accent3>
        <a:accent4>
          <a:srgbClr val="DADADA"/>
        </a:accent4>
        <a:accent5>
          <a:srgbClr val="B8CAFF"/>
        </a:accent5>
        <a:accent6>
          <a:srgbClr val="00B9E7"/>
        </a:accent6>
        <a:hlink>
          <a:srgbClr val="FFFFCC"/>
        </a:hlink>
        <a:folHlink>
          <a:srgbClr val="33CCCC"/>
        </a:folHlink>
      </a:clrScheme>
      <a:clrMap bg1="dk2" tx1="lt1" bg2="dk1" tx2="lt2" accent1="accent1" accent2="accent2" accent3="accent3" accent4="accent4" accent5="accent5" accent6="accent6" hlink="hlink" folHlink="folHlink"/>
    </a:extraClrScheme>
    <a:extraClrScheme>
      <a:clrScheme name="Profile 7">
        <a:dk1>
          <a:srgbClr val="000000"/>
        </a:dk1>
        <a:lt1>
          <a:srgbClr val="619CB1"/>
        </a:lt1>
        <a:dk2>
          <a:srgbClr val="FFFFFF"/>
        </a:dk2>
        <a:lt2>
          <a:srgbClr val="4E899E"/>
        </a:lt2>
        <a:accent1>
          <a:srgbClr val="FFCC00"/>
        </a:accent1>
        <a:accent2>
          <a:srgbClr val="B6523E"/>
        </a:accent2>
        <a:accent3>
          <a:srgbClr val="B7CBD5"/>
        </a:accent3>
        <a:accent4>
          <a:srgbClr val="000000"/>
        </a:accent4>
        <a:accent5>
          <a:srgbClr val="FFE2AA"/>
        </a:accent5>
        <a:accent6>
          <a:srgbClr val="A54937"/>
        </a:accent6>
        <a:hlink>
          <a:srgbClr val="99CC00"/>
        </a:hlink>
        <a:folHlink>
          <a:srgbClr val="666699"/>
        </a:folHlink>
      </a:clrScheme>
      <a:clrMap bg1="lt1" tx1="dk1" bg2="lt2" tx2="dk2" accent1="accent1" accent2="accent2" accent3="accent3" accent4="accent4" accent5="accent5" accent6="accent6" hlink="hlink" folHlink="folHlink"/>
    </a:extraClrScheme>
    <a:extraClrScheme>
      <a:clrScheme name="Profile 8">
        <a:dk1>
          <a:srgbClr val="598600"/>
        </a:dk1>
        <a:lt1>
          <a:srgbClr val="FFFFFF"/>
        </a:lt1>
        <a:dk2>
          <a:srgbClr val="336600"/>
        </a:dk2>
        <a:lt2>
          <a:srgbClr val="FFFFFF"/>
        </a:lt2>
        <a:accent1>
          <a:srgbClr val="33CC33"/>
        </a:accent1>
        <a:accent2>
          <a:srgbClr val="99CC00"/>
        </a:accent2>
        <a:accent3>
          <a:srgbClr val="ADB8AA"/>
        </a:accent3>
        <a:accent4>
          <a:srgbClr val="DADADA"/>
        </a:accent4>
        <a:accent5>
          <a:srgbClr val="ADE2AD"/>
        </a:accent5>
        <a:accent6>
          <a:srgbClr val="8AB900"/>
        </a:accent6>
        <a:hlink>
          <a:srgbClr val="FFCC00"/>
        </a:hlink>
        <a:folHlink>
          <a:srgbClr val="FFFF99"/>
        </a:folHlink>
      </a:clrScheme>
      <a:clrMap bg1="dk2" tx1="lt1" bg2="dk1" tx2="lt2" accent1="accent1" accent2="accent2" accent3="accent3" accent4="accent4" accent5="accent5" accent6="accent6" hlink="hlink" folHlink="folHlink"/>
    </a:extraClrScheme>
    <a:extraClrScheme>
      <a:clrScheme name="Profile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Profile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themeOverride>
</file>

<file path=ppt/theme/themeOverride2.xml><?xml version="1.0" encoding="utf-8"?>
<a:themeOverride xmlns:a="http://schemas.openxmlformats.org/drawingml/2006/main">
  <a:clrScheme name="Profile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themeOverride>
</file>

<file path=ppt/theme/themeOverride3.xml><?xml version="1.0" encoding="utf-8"?>
<a:themeOverride xmlns:a="http://schemas.openxmlformats.org/drawingml/2006/main">
  <a:clrScheme name="Profile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themeOverride>
</file>

<file path=ppt/theme/themeOverride4.xml><?xml version="1.0" encoding="utf-8"?>
<a:themeOverride xmlns:a="http://schemas.openxmlformats.org/drawingml/2006/main">
  <a:clrScheme name="Profile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themeOverride>
</file>

<file path=ppt/theme/themeOverride5.xml><?xml version="1.0" encoding="utf-8"?>
<a:themeOverride xmlns:a="http://schemas.openxmlformats.org/drawingml/2006/main">
  <a:clrScheme name="Profile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themeOverride>
</file>

<file path=docProps/app.xml><?xml version="1.0" encoding="utf-8"?>
<Properties xmlns="http://schemas.openxmlformats.org/officeDocument/2006/extended-properties" xmlns:vt="http://schemas.openxmlformats.org/officeDocument/2006/docPropsVTypes">
  <Template/>
  <TotalTime>817</TotalTime>
  <Words>601</Words>
  <Application>Microsoft Office PowerPoint</Application>
  <PresentationFormat>Widescreen</PresentationFormat>
  <Paragraphs>59</Paragraphs>
  <Slides>8</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8</vt:i4>
      </vt:variant>
    </vt:vector>
  </HeadingPairs>
  <TitlesOfParts>
    <vt:vector size="13" baseType="lpstr">
      <vt:lpstr>Calibri</vt:lpstr>
      <vt:lpstr>Times New Roman</vt:lpstr>
      <vt:lpstr>Verdana</vt:lpstr>
      <vt:lpstr>Wingdings</vt:lpstr>
      <vt:lpstr>Profile</vt:lpstr>
      <vt:lpstr>PowerPoint Presentation</vt:lpstr>
      <vt:lpstr>ABSTRACT</vt:lpstr>
      <vt:lpstr>PROBLEM STATEMENT / OBJECTIVE</vt:lpstr>
      <vt:lpstr>TOOLS, TECHNOLOGIES AND IMPLEMENTATION</vt:lpstr>
      <vt:lpstr>TOOLS, TECHNOLOGIES AND IMPLEMENTATION</vt:lpstr>
      <vt:lpstr>PROJECT OUTCOME</vt:lpstr>
      <vt:lpstr>PowerPoint Presentation</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QueueZero - Campus Canteen Pre-Order System</dc:title>
  <dc:creator>Rupmala R</dc:creator>
  <cp:lastModifiedBy>Kavin Sakthi R</cp:lastModifiedBy>
  <cp:revision>44</cp:revision>
  <dcterms:created xsi:type="dcterms:W3CDTF">2023-08-03T04:32:32Z</dcterms:created>
  <dcterms:modified xsi:type="dcterms:W3CDTF">2026-10-15T18:53:51Z</dcterms:modified>
  <dc:subject>Web Programming Project Review</dc:subject>
</cp:coreProperties>
</file>